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24160" cy="3474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928708" cy="27660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TOP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6452" y="155448"/>
            <a:ext cx="2021776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Arial"/>
              </a:rPr>
              <a:t>–  propeller seen along its rotation axis</a:t>
            </a:r>
          </a:p>
        </p:txBody>
      </p:sp>
      <p:sp>
        <p:nvSpPr>
          <p:cNvPr id="4" name="Oval 3"/>
          <p:cNvSpPr/>
          <p:nvPr/>
        </p:nvSpPr>
        <p:spPr>
          <a:xfrm>
            <a:off x="1596725" y="865205"/>
            <a:ext cx="1744309" cy="1744309"/>
          </a:xfrm>
          <a:prstGeom prst="ellipse">
            <a:avLst/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5388" y="1323868"/>
            <a:ext cx="826983" cy="82698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6725" y="865205"/>
            <a:ext cx="1744309" cy="1744309"/>
          </a:xfrm>
          <a:prstGeom prst="ellipse">
            <a:avLst/>
          </a:prstGeom>
          <a:noFill/>
          <a:ln w="12700">
            <a:solidFill>
              <a:srgbClr val="1E8E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5388" y="1323868"/>
            <a:ext cx="826983" cy="826983"/>
          </a:xfrm>
          <a:prstGeom prst="ellipse">
            <a:avLst/>
          </a:prstGeom>
          <a:noFill/>
          <a:ln w="12700">
            <a:solidFill>
              <a:srgbClr val="1E8E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278556" y="536193"/>
            <a:ext cx="380648" cy="1140180"/>
          </a:xfrm>
          <a:custGeom>
            <a:avLst/>
            <a:gdLst/>
            <a:ahLst/>
            <a:cxnLst/>
            <a:rect l="l" t="t" r="r" b="b"/>
            <a:pathLst>
              <a:path w="380648" h="1140180">
                <a:moveTo>
                  <a:pt x="157007" y="1140180"/>
                </a:moveTo>
                <a:lnTo>
                  <a:pt x="147263" y="1112956"/>
                </a:lnTo>
                <a:lnTo>
                  <a:pt x="140429" y="1084566"/>
                </a:lnTo>
                <a:lnTo>
                  <a:pt x="134446" y="1056060"/>
                </a:lnTo>
                <a:lnTo>
                  <a:pt x="128967" y="1027529"/>
                </a:lnTo>
                <a:lnTo>
                  <a:pt x="123838" y="998992"/>
                </a:lnTo>
                <a:lnTo>
                  <a:pt x="118970" y="970456"/>
                </a:lnTo>
                <a:lnTo>
                  <a:pt x="114310" y="941922"/>
                </a:lnTo>
                <a:lnTo>
                  <a:pt x="109821" y="913389"/>
                </a:lnTo>
                <a:lnTo>
                  <a:pt x="105474" y="884858"/>
                </a:lnTo>
                <a:lnTo>
                  <a:pt x="101250" y="856327"/>
                </a:lnTo>
                <a:lnTo>
                  <a:pt x="97134" y="827796"/>
                </a:lnTo>
                <a:lnTo>
                  <a:pt x="93112" y="799265"/>
                </a:lnTo>
                <a:lnTo>
                  <a:pt x="89176" y="770734"/>
                </a:lnTo>
                <a:lnTo>
                  <a:pt x="85316" y="742202"/>
                </a:lnTo>
                <a:lnTo>
                  <a:pt x="81526" y="713669"/>
                </a:lnTo>
                <a:lnTo>
                  <a:pt x="77800" y="685135"/>
                </a:lnTo>
                <a:lnTo>
                  <a:pt x="74132" y="656601"/>
                </a:lnTo>
                <a:lnTo>
                  <a:pt x="70519" y="628065"/>
                </a:lnTo>
                <a:lnTo>
                  <a:pt x="66957" y="599528"/>
                </a:lnTo>
                <a:lnTo>
                  <a:pt x="63442" y="570990"/>
                </a:lnTo>
                <a:lnTo>
                  <a:pt x="59971" y="542451"/>
                </a:lnTo>
                <a:lnTo>
                  <a:pt x="56542" y="513911"/>
                </a:lnTo>
                <a:lnTo>
                  <a:pt x="53151" y="485370"/>
                </a:lnTo>
                <a:lnTo>
                  <a:pt x="49798" y="456827"/>
                </a:lnTo>
                <a:lnTo>
                  <a:pt x="46480" y="428283"/>
                </a:lnTo>
                <a:lnTo>
                  <a:pt x="43196" y="399738"/>
                </a:lnTo>
                <a:lnTo>
                  <a:pt x="39943" y="371192"/>
                </a:lnTo>
                <a:lnTo>
                  <a:pt x="36720" y="342645"/>
                </a:lnTo>
                <a:lnTo>
                  <a:pt x="33527" y="314097"/>
                </a:lnTo>
                <a:lnTo>
                  <a:pt x="30360" y="285548"/>
                </a:lnTo>
                <a:lnTo>
                  <a:pt x="27221" y="256997"/>
                </a:lnTo>
                <a:lnTo>
                  <a:pt x="24106" y="228446"/>
                </a:lnTo>
                <a:lnTo>
                  <a:pt x="21017" y="199893"/>
                </a:lnTo>
                <a:lnTo>
                  <a:pt x="17950" y="171340"/>
                </a:lnTo>
                <a:lnTo>
                  <a:pt x="14906" y="142786"/>
                </a:lnTo>
                <a:lnTo>
                  <a:pt x="11884" y="114230"/>
                </a:lnTo>
                <a:lnTo>
                  <a:pt x="8884" y="85674"/>
                </a:lnTo>
                <a:lnTo>
                  <a:pt x="5903" y="57117"/>
                </a:lnTo>
                <a:lnTo>
                  <a:pt x="2942" y="28559"/>
                </a:lnTo>
                <a:lnTo>
                  <a:pt x="0" y="0"/>
                </a:lnTo>
                <a:lnTo>
                  <a:pt x="380648" y="0"/>
                </a:lnTo>
                <a:lnTo>
                  <a:pt x="377706" y="28559"/>
                </a:lnTo>
                <a:lnTo>
                  <a:pt x="374745" y="57117"/>
                </a:lnTo>
                <a:lnTo>
                  <a:pt x="371764" y="85674"/>
                </a:lnTo>
                <a:lnTo>
                  <a:pt x="368764" y="114230"/>
                </a:lnTo>
                <a:lnTo>
                  <a:pt x="365742" y="142786"/>
                </a:lnTo>
                <a:lnTo>
                  <a:pt x="362698" y="171340"/>
                </a:lnTo>
                <a:lnTo>
                  <a:pt x="359631" y="199893"/>
                </a:lnTo>
                <a:lnTo>
                  <a:pt x="356542" y="228446"/>
                </a:lnTo>
                <a:lnTo>
                  <a:pt x="353427" y="256997"/>
                </a:lnTo>
                <a:lnTo>
                  <a:pt x="350288" y="285548"/>
                </a:lnTo>
                <a:lnTo>
                  <a:pt x="347121" y="314097"/>
                </a:lnTo>
                <a:lnTo>
                  <a:pt x="343928" y="342645"/>
                </a:lnTo>
                <a:lnTo>
                  <a:pt x="340705" y="371192"/>
                </a:lnTo>
                <a:lnTo>
                  <a:pt x="337452" y="399738"/>
                </a:lnTo>
                <a:lnTo>
                  <a:pt x="334168" y="428283"/>
                </a:lnTo>
                <a:lnTo>
                  <a:pt x="330850" y="456827"/>
                </a:lnTo>
                <a:lnTo>
                  <a:pt x="327497" y="485370"/>
                </a:lnTo>
                <a:lnTo>
                  <a:pt x="324106" y="513911"/>
                </a:lnTo>
                <a:lnTo>
                  <a:pt x="320677" y="542451"/>
                </a:lnTo>
                <a:lnTo>
                  <a:pt x="317206" y="570990"/>
                </a:lnTo>
                <a:lnTo>
                  <a:pt x="313691" y="599528"/>
                </a:lnTo>
                <a:lnTo>
                  <a:pt x="310129" y="628065"/>
                </a:lnTo>
                <a:lnTo>
                  <a:pt x="306516" y="656601"/>
                </a:lnTo>
                <a:lnTo>
                  <a:pt x="302848" y="685135"/>
                </a:lnTo>
                <a:lnTo>
                  <a:pt x="299122" y="713669"/>
                </a:lnTo>
                <a:lnTo>
                  <a:pt x="295332" y="742202"/>
                </a:lnTo>
                <a:lnTo>
                  <a:pt x="291472" y="770734"/>
                </a:lnTo>
                <a:lnTo>
                  <a:pt x="287536" y="799265"/>
                </a:lnTo>
                <a:lnTo>
                  <a:pt x="283514" y="827796"/>
                </a:lnTo>
                <a:lnTo>
                  <a:pt x="279398" y="856327"/>
                </a:lnTo>
                <a:lnTo>
                  <a:pt x="275174" y="884858"/>
                </a:lnTo>
                <a:lnTo>
                  <a:pt x="270827" y="913389"/>
                </a:lnTo>
                <a:lnTo>
                  <a:pt x="266338" y="941922"/>
                </a:lnTo>
                <a:lnTo>
                  <a:pt x="261678" y="970456"/>
                </a:lnTo>
                <a:lnTo>
                  <a:pt x="256810" y="998992"/>
                </a:lnTo>
                <a:lnTo>
                  <a:pt x="251681" y="1027529"/>
                </a:lnTo>
                <a:lnTo>
                  <a:pt x="246202" y="1056060"/>
                </a:lnTo>
                <a:lnTo>
                  <a:pt x="240219" y="1084566"/>
                </a:lnTo>
                <a:lnTo>
                  <a:pt x="233385" y="1112956"/>
                </a:lnTo>
                <a:lnTo>
                  <a:pt x="223641" y="1140180"/>
                </a:lnTo>
                <a:close/>
              </a:path>
            </a:pathLst>
          </a:custGeom>
          <a:solidFill>
            <a:srgbClr val="EFF2F6"/>
          </a:solidFill>
          <a:ln w="15875">
            <a:solidFill>
              <a:srgbClr val="9AA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9294" y="477774"/>
            <a:ext cx="2519172" cy="2519172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96162" y="564642"/>
            <a:ext cx="2345436" cy="2345436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2728" y="521208"/>
            <a:ext cx="2432304" cy="2432304"/>
          </a:xfrm>
          <a:prstGeom prst="ellipse">
            <a:avLst/>
          </a:prstGeom>
          <a:noFill/>
          <a:ln w="12700">
            <a:solidFill>
              <a:srgbClr val="F580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29891" y="1598371"/>
            <a:ext cx="277978" cy="277978"/>
          </a:xfrm>
          <a:prstGeom prst="ellipse">
            <a:avLst/>
          </a:prstGeom>
          <a:solidFill>
            <a:srgbClr val="EDEDED"/>
          </a:solidFill>
          <a:ln w="1587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99386" y="1667866"/>
            <a:ext cx="138989" cy="138989"/>
          </a:xfrm>
          <a:prstGeom prst="ellipse">
            <a:avLst/>
          </a:prstGeom>
          <a:noFill/>
          <a:ln w="12700">
            <a:solidFill>
              <a:srgbClr val="1F5FD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252728" y="1737360"/>
            <a:ext cx="2432304" cy="0"/>
          </a:xfrm>
          <a:prstGeom prst="line">
            <a:avLst/>
          </a:prstGeom>
          <a:ln w="15875">
            <a:solidFill>
              <a:srgbClr val="1A1A1A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52728" y="1673352"/>
            <a:ext cx="0" cy="128016"/>
          </a:xfrm>
          <a:prstGeom prst="line">
            <a:avLst/>
          </a:prstGeom>
          <a:ln w="19050">
            <a:solidFill>
              <a:srgbClr val="F580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85032" y="1673352"/>
            <a:ext cx="0" cy="128016"/>
          </a:xfrm>
          <a:prstGeom prst="line">
            <a:avLst/>
          </a:prstGeom>
          <a:ln w="19050">
            <a:solidFill>
              <a:srgbClr val="F580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68880" y="865205"/>
            <a:ext cx="0" cy="458663"/>
          </a:xfrm>
          <a:prstGeom prst="line">
            <a:avLst/>
          </a:prstGeom>
          <a:ln w="22225">
            <a:solidFill>
              <a:srgbClr val="1E8E4A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77770" y="532181"/>
            <a:ext cx="382220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50846" y="384048"/>
            <a:ext cx="567842" cy="147218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55264" y="310896"/>
            <a:ext cx="771620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0000"/>
                </a:solidFill>
                <a:latin typeface="Arial"/>
              </a:rPr>
              <a:t>outer 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5264" y="438912"/>
            <a:ext cx="945452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0000"/>
                </a:solidFill>
                <a:latin typeface="Arial"/>
              </a:rPr>
              <a:t>at impellerRadius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1094537"/>
            <a:ext cx="1325880" cy="0"/>
          </a:xfrm>
          <a:prstGeom prst="line">
            <a:avLst/>
          </a:prstGeom>
          <a:ln w="9525">
            <a:solidFill>
              <a:srgbClr val="1E8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6681" y="939089"/>
            <a:ext cx="852583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E8E4A"/>
                </a:solidFill>
                <a:latin typeface="Arial"/>
              </a:rPr>
              <a:t>middle section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38100" y="1067105"/>
            <a:ext cx="1007364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1E8E4A"/>
                </a:solidFill>
                <a:latin typeface="Arial"/>
              </a:rPr>
              <a:t>middlePos 0.3–0.7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32688" y="1828800"/>
            <a:ext cx="1417320" cy="566928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2880" y="2029968"/>
            <a:ext cx="885920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Arial"/>
              </a:rPr>
              <a:t>centre, enlarged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" y="2203704"/>
            <a:ext cx="621792" cy="621792"/>
          </a:xfrm>
          <a:prstGeom prst="ellipse">
            <a:avLst/>
          </a:prstGeom>
          <a:solidFill>
            <a:srgbClr val="EDEDED"/>
          </a:solidFill>
          <a:ln w="1587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2359152"/>
            <a:ext cx="310896" cy="310896"/>
          </a:xfrm>
          <a:prstGeom prst="ellipse">
            <a:avLst/>
          </a:prstGeom>
          <a:noFill/>
          <a:ln w="15875">
            <a:solidFill>
              <a:srgbClr val="1F5FD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502920" y="2514600"/>
            <a:ext cx="155448" cy="0"/>
          </a:xfrm>
          <a:prstGeom prst="line">
            <a:avLst/>
          </a:prstGeom>
          <a:ln w="12700">
            <a:solidFill>
              <a:srgbClr val="1F5FD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6330" y="2377440"/>
            <a:ext cx="119158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1F5FD0"/>
                </a:solidFill>
                <a:latin typeface="Arial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2514600"/>
            <a:ext cx="219837" cy="219837"/>
          </a:xfrm>
          <a:prstGeom prst="line">
            <a:avLst/>
          </a:prstGeom>
          <a:ln w="12700">
            <a:solidFill>
              <a:srgbClr val="7A7A7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96493" y="2661285"/>
            <a:ext cx="119158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A7A7A"/>
                </a:solidFill>
                <a:latin typeface="Arial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2871216"/>
            <a:ext cx="797814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A7A7A"/>
                </a:solidFill>
                <a:latin typeface="Arial"/>
              </a:rPr>
              <a:t>hub  r = 8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2999232"/>
            <a:ext cx="1300258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5FD0"/>
                </a:solidFill>
                <a:latin typeface="Arial"/>
              </a:rPr>
              <a:t>inner section  r = 4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127248"/>
            <a:ext cx="916876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Arial"/>
              </a:rPr>
              <a:t>— inside the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8739" y="3035808"/>
            <a:ext cx="1500283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5801F"/>
                </a:solidFill>
                <a:latin typeface="Arial"/>
              </a:rPr>
              <a:t>Ø = 2 × impellerRadius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4235" y="3218688"/>
            <a:ext cx="2369290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A7A7A"/>
                </a:solidFill>
                <a:latin typeface="Arial"/>
              </a:rPr>
              <a:t>taken on the ring MID-WALL (orange dashes)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80560" y="274320"/>
            <a:ext cx="0" cy="297180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17720" y="91440"/>
            <a:ext cx="2176558" cy="27660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BLADE SECTION SHAPE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9142" y="155448"/>
            <a:ext cx="1850326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Arial"/>
              </a:rPr>
              <a:t>–  one blade section, seen edge-on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8429" y="512064"/>
            <a:ext cx="797814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  <a:latin typeface="Arial"/>
              </a:rPr>
              <a:t>camber 2 %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8357" y="512064"/>
            <a:ext cx="797814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  <a:latin typeface="Arial"/>
              </a:rPr>
              <a:t>camber 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8285" y="512064"/>
            <a:ext cx="797814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A1A1A"/>
                </a:solidFill>
                <a:latin typeface="Arial"/>
              </a:rPr>
              <a:t>camber 9 %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5715" y="1069848"/>
            <a:ext cx="819245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A1A1A"/>
                </a:solidFill>
                <a:latin typeface="Arial"/>
              </a:rPr>
              <a:t>high-point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5715" y="2011680"/>
            <a:ext cx="819245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A1A1A"/>
                </a:solidFill>
                <a:latin typeface="Arial"/>
              </a:rPr>
              <a:t>high-point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5715" y="2953512"/>
            <a:ext cx="819245" cy="21659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1">
                <a:solidFill>
                  <a:srgbClr val="1A1A1A"/>
                </a:solidFill>
                <a:latin typeface="Arial"/>
              </a:rPr>
              <a:t>high-point 8</a:t>
            </a:r>
          </a:p>
        </p:txBody>
      </p:sp>
      <p:sp>
        <p:nvSpPr>
          <p:cNvPr id="47" name="Freeform 46"/>
          <p:cNvSpPr/>
          <p:nvPr/>
        </p:nvSpPr>
        <p:spPr>
          <a:xfrm>
            <a:off x="5550304" y="1036904"/>
            <a:ext cx="1134519" cy="204155"/>
          </a:xfrm>
          <a:custGeom>
            <a:avLst/>
            <a:gdLst/>
            <a:ahLst/>
            <a:cxnLst/>
            <a:rect l="l" t="t" r="r" b="b"/>
            <a:pathLst>
              <a:path w="1134519" h="204155">
                <a:moveTo>
                  <a:pt x="208" y="126524"/>
                </a:moveTo>
                <a:lnTo>
                  <a:pt x="34957" y="131958"/>
                </a:lnTo>
                <a:lnTo>
                  <a:pt x="69260" y="137118"/>
                </a:lnTo>
                <a:lnTo>
                  <a:pt x="103189" y="142055"/>
                </a:lnTo>
                <a:lnTo>
                  <a:pt x="136617" y="146790"/>
                </a:lnTo>
                <a:lnTo>
                  <a:pt x="169695" y="151295"/>
                </a:lnTo>
                <a:lnTo>
                  <a:pt x="202220" y="155652"/>
                </a:lnTo>
                <a:lnTo>
                  <a:pt x="234275" y="159794"/>
                </a:lnTo>
                <a:lnTo>
                  <a:pt x="266011" y="163780"/>
                </a:lnTo>
                <a:lnTo>
                  <a:pt x="297122" y="167580"/>
                </a:lnTo>
                <a:lnTo>
                  <a:pt x="327931" y="171211"/>
                </a:lnTo>
                <a:lnTo>
                  <a:pt x="358070" y="174676"/>
                </a:lnTo>
                <a:lnTo>
                  <a:pt x="387920" y="177957"/>
                </a:lnTo>
                <a:lnTo>
                  <a:pt x="417060" y="181081"/>
                </a:lnTo>
                <a:lnTo>
                  <a:pt x="445922" y="184009"/>
                </a:lnTo>
                <a:lnTo>
                  <a:pt x="474035" y="186777"/>
                </a:lnTo>
                <a:lnTo>
                  <a:pt x="501880" y="189341"/>
                </a:lnTo>
                <a:lnTo>
                  <a:pt x="528941" y="191734"/>
                </a:lnTo>
                <a:lnTo>
                  <a:pt x="555740" y="193919"/>
                </a:lnTo>
                <a:lnTo>
                  <a:pt x="581725" y="195914"/>
                </a:lnTo>
                <a:lnTo>
                  <a:pt x="607452" y="197703"/>
                </a:lnTo>
                <a:lnTo>
                  <a:pt x="632338" y="199276"/>
                </a:lnTo>
                <a:lnTo>
                  <a:pt x="656967" y="200652"/>
                </a:lnTo>
                <a:lnTo>
                  <a:pt x="681040" y="201779"/>
                </a:lnTo>
                <a:lnTo>
                  <a:pt x="704238" y="202729"/>
                </a:lnTo>
                <a:lnTo>
                  <a:pt x="727176" y="203424"/>
                </a:lnTo>
                <a:lnTo>
                  <a:pt x="749223" y="203902"/>
                </a:lnTo>
                <a:lnTo>
                  <a:pt x="771004" y="204155"/>
                </a:lnTo>
                <a:lnTo>
                  <a:pt x="792199" y="204151"/>
                </a:lnTo>
                <a:lnTo>
                  <a:pt x="812484" y="203952"/>
                </a:lnTo>
                <a:lnTo>
                  <a:pt x="832491" y="203503"/>
                </a:lnTo>
                <a:lnTo>
                  <a:pt x="851579" y="202806"/>
                </a:lnTo>
                <a:lnTo>
                  <a:pt x="870378" y="201915"/>
                </a:lnTo>
                <a:lnTo>
                  <a:pt x="888565" y="200777"/>
                </a:lnTo>
                <a:lnTo>
                  <a:pt x="906134" y="199396"/>
                </a:lnTo>
                <a:lnTo>
                  <a:pt x="920530" y="198165"/>
                </a:lnTo>
                <a:lnTo>
                  <a:pt x="936899" y="196749"/>
                </a:lnTo>
                <a:lnTo>
                  <a:pt x="952642" y="195091"/>
                </a:lnTo>
                <a:lnTo>
                  <a:pt x="963277" y="193280"/>
                </a:lnTo>
                <a:lnTo>
                  <a:pt x="977880" y="191885"/>
                </a:lnTo>
                <a:lnTo>
                  <a:pt x="991854" y="190237"/>
                </a:lnTo>
                <a:lnTo>
                  <a:pt x="1005197" y="188344"/>
                </a:lnTo>
                <a:lnTo>
                  <a:pt x="1014020" y="185986"/>
                </a:lnTo>
                <a:lnTo>
                  <a:pt x="1026245" y="184234"/>
                </a:lnTo>
                <a:lnTo>
                  <a:pt x="1037833" y="182228"/>
                </a:lnTo>
                <a:lnTo>
                  <a:pt x="1048780" y="179976"/>
                </a:lnTo>
                <a:lnTo>
                  <a:pt x="1059083" y="177487"/>
                </a:lnTo>
                <a:lnTo>
                  <a:pt x="1068738" y="174769"/>
                </a:lnTo>
                <a:lnTo>
                  <a:pt x="1074991" y="171793"/>
                </a:lnTo>
                <a:lnTo>
                  <a:pt x="1083541" y="169060"/>
                </a:lnTo>
                <a:lnTo>
                  <a:pt x="1091437" y="166087"/>
                </a:lnTo>
                <a:lnTo>
                  <a:pt x="1098679" y="162880"/>
                </a:lnTo>
                <a:lnTo>
                  <a:pt x="1105261" y="159447"/>
                </a:lnTo>
                <a:lnTo>
                  <a:pt x="1111183" y="155792"/>
                </a:lnTo>
                <a:lnTo>
                  <a:pt x="1116441" y="151922"/>
                </a:lnTo>
                <a:lnTo>
                  <a:pt x="1121034" y="147840"/>
                </a:lnTo>
                <a:lnTo>
                  <a:pt x="1124959" y="143551"/>
                </a:lnTo>
                <a:lnTo>
                  <a:pt x="1128215" y="139058"/>
                </a:lnTo>
                <a:lnTo>
                  <a:pt x="1130801" y="134365"/>
                </a:lnTo>
                <a:lnTo>
                  <a:pt x="1132716" y="129473"/>
                </a:lnTo>
                <a:lnTo>
                  <a:pt x="1133960" y="124384"/>
                </a:lnTo>
                <a:lnTo>
                  <a:pt x="1134519" y="119175"/>
                </a:lnTo>
                <a:lnTo>
                  <a:pt x="1134379" y="113923"/>
                </a:lnTo>
                <a:lnTo>
                  <a:pt x="1133540" y="108631"/>
                </a:lnTo>
                <a:lnTo>
                  <a:pt x="1132003" y="103299"/>
                </a:lnTo>
                <a:lnTo>
                  <a:pt x="1129768" y="97932"/>
                </a:lnTo>
                <a:lnTo>
                  <a:pt x="1126834" y="92533"/>
                </a:lnTo>
                <a:lnTo>
                  <a:pt x="1123203" y="87107"/>
                </a:lnTo>
                <a:lnTo>
                  <a:pt x="1118874" y="81659"/>
                </a:lnTo>
                <a:lnTo>
                  <a:pt x="1113849" y="76194"/>
                </a:lnTo>
                <a:lnTo>
                  <a:pt x="1108127" y="70719"/>
                </a:lnTo>
                <a:lnTo>
                  <a:pt x="1101709" y="65241"/>
                </a:lnTo>
                <a:lnTo>
                  <a:pt x="1094596" y="59767"/>
                </a:lnTo>
                <a:lnTo>
                  <a:pt x="1083845" y="53913"/>
                </a:lnTo>
                <a:lnTo>
                  <a:pt x="1075156" y="48902"/>
                </a:lnTo>
                <a:lnTo>
                  <a:pt x="1065783" y="43953"/>
                </a:lnTo>
                <a:lnTo>
                  <a:pt x="1055727" y="39076"/>
                </a:lnTo>
                <a:lnTo>
                  <a:pt x="1044989" y="34279"/>
                </a:lnTo>
                <a:lnTo>
                  <a:pt x="1033572" y="29571"/>
                </a:lnTo>
                <a:lnTo>
                  <a:pt x="1017446" y="25021"/>
                </a:lnTo>
                <a:lnTo>
                  <a:pt x="1004535" y="21159"/>
                </a:lnTo>
                <a:lnTo>
                  <a:pt x="990963" y="17445"/>
                </a:lnTo>
                <a:lnTo>
                  <a:pt x="976731" y="13887"/>
                </a:lnTo>
                <a:lnTo>
                  <a:pt x="957252" y="10710"/>
                </a:lnTo>
                <a:lnTo>
                  <a:pt x="941611" y="8268"/>
                </a:lnTo>
                <a:lnTo>
                  <a:pt x="925333" y="6035"/>
                </a:lnTo>
                <a:lnTo>
                  <a:pt x="905829" y="4022"/>
                </a:lnTo>
                <a:lnTo>
                  <a:pt x="888256" y="2696"/>
                </a:lnTo>
                <a:lnTo>
                  <a:pt x="870065" y="1614"/>
                </a:lnTo>
                <a:lnTo>
                  <a:pt x="851264" y="782"/>
                </a:lnTo>
                <a:lnTo>
                  <a:pt x="831538" y="261"/>
                </a:lnTo>
                <a:lnTo>
                  <a:pt x="811528" y="0"/>
                </a:lnTo>
                <a:lnTo>
                  <a:pt x="790605" y="9"/>
                </a:lnTo>
                <a:lnTo>
                  <a:pt x="769412" y="337"/>
                </a:lnTo>
                <a:lnTo>
                  <a:pt x="747637" y="930"/>
                </a:lnTo>
                <a:lnTo>
                  <a:pt x="724971" y="1826"/>
                </a:lnTo>
                <a:lnTo>
                  <a:pt x="702054" y="3022"/>
                </a:lnTo>
                <a:lnTo>
                  <a:pt x="678265" y="4491"/>
                </a:lnTo>
                <a:lnTo>
                  <a:pt x="654234" y="6294"/>
                </a:lnTo>
                <a:lnTo>
                  <a:pt x="629653" y="8362"/>
                </a:lnTo>
                <a:lnTo>
                  <a:pt x="604239" y="10754"/>
                </a:lnTo>
                <a:lnTo>
                  <a:pt x="578589" y="13427"/>
                </a:lnTo>
                <a:lnTo>
                  <a:pt x="552134" y="16404"/>
                </a:lnTo>
                <a:lnTo>
                  <a:pt x="525446" y="19676"/>
                </a:lnTo>
                <a:lnTo>
                  <a:pt x="497987" y="23241"/>
                </a:lnTo>
                <a:lnTo>
                  <a:pt x="470293" y="27107"/>
                </a:lnTo>
                <a:lnTo>
                  <a:pt x="441864" y="31261"/>
                </a:lnTo>
                <a:lnTo>
                  <a:pt x="413198" y="35718"/>
                </a:lnTo>
                <a:lnTo>
                  <a:pt x="383839" y="40464"/>
                </a:lnTo>
                <a:lnTo>
                  <a:pt x="354235" y="45511"/>
                </a:lnTo>
                <a:lnTo>
                  <a:pt x="323982" y="50858"/>
                </a:lnTo>
                <a:lnTo>
                  <a:pt x="293477" y="56501"/>
                </a:lnTo>
                <a:lnTo>
                  <a:pt x="262370" y="62464"/>
                </a:lnTo>
                <a:lnTo>
                  <a:pt x="231002" y="68717"/>
                </a:lnTo>
                <a:lnTo>
                  <a:pt x="199082" y="75322"/>
                </a:lnTo>
                <a:lnTo>
                  <a:pt x="166781" y="82223"/>
                </a:lnTo>
                <a:lnTo>
                  <a:pt x="134200" y="89499"/>
                </a:lnTo>
                <a:lnTo>
                  <a:pt x="101152" y="97109"/>
                </a:lnTo>
                <a:lnTo>
                  <a:pt x="67809" y="105094"/>
                </a:lnTo>
                <a:lnTo>
                  <a:pt x="34062" y="113477"/>
                </a:lnTo>
                <a:lnTo>
                  <a:pt x="0" y="122244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486400" y="1161288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5550408" y="1138611"/>
            <a:ext cx="1133856" cy="22677"/>
          </a:xfrm>
          <a:custGeom>
            <a:avLst/>
            <a:gdLst/>
            <a:ahLst/>
            <a:cxnLst/>
            <a:rect l="l" t="t" r="r" b="b"/>
            <a:pathLst>
              <a:path w="1133856" h="22677">
                <a:moveTo>
                  <a:pt x="1133856" y="22677"/>
                </a:moveTo>
                <a:lnTo>
                  <a:pt x="1077163" y="12756"/>
                </a:lnTo>
                <a:lnTo>
                  <a:pt x="1020470" y="5669"/>
                </a:lnTo>
                <a:lnTo>
                  <a:pt x="963778" y="1417"/>
                </a:lnTo>
                <a:lnTo>
                  <a:pt x="907085" y="0"/>
                </a:lnTo>
                <a:lnTo>
                  <a:pt x="850392" y="88"/>
                </a:lnTo>
                <a:lnTo>
                  <a:pt x="793699" y="354"/>
                </a:lnTo>
                <a:lnTo>
                  <a:pt x="737006" y="797"/>
                </a:lnTo>
                <a:lnTo>
                  <a:pt x="680314" y="1417"/>
                </a:lnTo>
                <a:lnTo>
                  <a:pt x="623621" y="2214"/>
                </a:lnTo>
                <a:lnTo>
                  <a:pt x="566928" y="3189"/>
                </a:lnTo>
                <a:lnTo>
                  <a:pt x="510235" y="4340"/>
                </a:lnTo>
                <a:lnTo>
                  <a:pt x="453542" y="5669"/>
                </a:lnTo>
                <a:lnTo>
                  <a:pt x="396850" y="7175"/>
                </a:lnTo>
                <a:lnTo>
                  <a:pt x="340157" y="8858"/>
                </a:lnTo>
                <a:lnTo>
                  <a:pt x="283464" y="10718"/>
                </a:lnTo>
                <a:lnTo>
                  <a:pt x="226771" y="12756"/>
                </a:lnTo>
                <a:lnTo>
                  <a:pt x="170078" y="14970"/>
                </a:lnTo>
                <a:lnTo>
                  <a:pt x="113386" y="17362"/>
                </a:lnTo>
                <a:lnTo>
                  <a:pt x="56693" y="19931"/>
                </a:lnTo>
                <a:lnTo>
                  <a:pt x="0" y="22677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60078" y="1003298"/>
            <a:ext cx="1137222" cy="204539"/>
          </a:xfrm>
          <a:custGeom>
            <a:avLst/>
            <a:gdLst/>
            <a:ahLst/>
            <a:cxnLst/>
            <a:rect l="l" t="t" r="r" b="b"/>
            <a:pathLst>
              <a:path w="1137222" h="204539">
                <a:moveTo>
                  <a:pt x="516" y="160117"/>
                </a:moveTo>
                <a:lnTo>
                  <a:pt x="35775" y="163008"/>
                </a:lnTo>
                <a:lnTo>
                  <a:pt x="70493" y="165722"/>
                </a:lnTo>
                <a:lnTo>
                  <a:pt x="104857" y="168338"/>
                </a:lnTo>
                <a:lnTo>
                  <a:pt x="138570" y="170903"/>
                </a:lnTo>
                <a:lnTo>
                  <a:pt x="172018" y="173304"/>
                </a:lnTo>
                <a:lnTo>
                  <a:pt x="204712" y="175753"/>
                </a:lnTo>
                <a:lnTo>
                  <a:pt x="236870" y="178054"/>
                </a:lnTo>
                <a:lnTo>
                  <a:pt x="268881" y="180322"/>
                </a:lnTo>
                <a:lnTo>
                  <a:pt x="299997" y="182515"/>
                </a:lnTo>
                <a:lnTo>
                  <a:pt x="331033" y="184624"/>
                </a:lnTo>
                <a:lnTo>
                  <a:pt x="361089" y="186697"/>
                </a:lnTo>
                <a:lnTo>
                  <a:pt x="391124" y="188645"/>
                </a:lnTo>
                <a:lnTo>
                  <a:pt x="420101" y="190575"/>
                </a:lnTo>
                <a:lnTo>
                  <a:pt x="449109" y="192351"/>
                </a:lnTo>
                <a:lnTo>
                  <a:pt x="476989" y="194105"/>
                </a:lnTo>
                <a:lnTo>
                  <a:pt x="504946" y="195689"/>
                </a:lnTo>
                <a:lnTo>
                  <a:pt x="531711" y="197229"/>
                </a:lnTo>
                <a:lnTo>
                  <a:pt x="558594" y="198596"/>
                </a:lnTo>
                <a:lnTo>
                  <a:pt x="584229" y="199879"/>
                </a:lnTo>
                <a:lnTo>
                  <a:pt x="610013" y="201004"/>
                </a:lnTo>
                <a:lnTo>
                  <a:pt x="634504" y="201985"/>
                </a:lnTo>
                <a:lnTo>
                  <a:pt x="659169" y="202842"/>
                </a:lnTo>
                <a:lnTo>
                  <a:pt x="683273" y="203460"/>
                </a:lnTo>
                <a:lnTo>
                  <a:pt x="706029" y="204041"/>
                </a:lnTo>
                <a:lnTo>
                  <a:pt x="728983" y="204359"/>
                </a:lnTo>
                <a:lnTo>
                  <a:pt x="750566" y="204539"/>
                </a:lnTo>
                <a:lnTo>
                  <a:pt x="772352" y="204537"/>
                </a:lnTo>
                <a:lnTo>
                  <a:pt x="793549" y="204285"/>
                </a:lnTo>
                <a:lnTo>
                  <a:pt x="813355" y="203940"/>
                </a:lnTo>
                <a:lnTo>
                  <a:pt x="833359" y="203351"/>
                </a:lnTo>
                <a:lnTo>
                  <a:pt x="851970" y="202527"/>
                </a:lnTo>
                <a:lnTo>
                  <a:pt x="870767" y="201591"/>
                </a:lnTo>
                <a:lnTo>
                  <a:pt x="888951" y="200410"/>
                </a:lnTo>
                <a:lnTo>
                  <a:pt x="906517" y="198988"/>
                </a:lnTo>
                <a:lnTo>
                  <a:pt x="917091" y="198189"/>
                </a:lnTo>
                <a:lnTo>
                  <a:pt x="933529" y="197388"/>
                </a:lnTo>
                <a:lnTo>
                  <a:pt x="949349" y="196322"/>
                </a:lnTo>
                <a:lnTo>
                  <a:pt x="953582" y="194396"/>
                </a:lnTo>
                <a:lnTo>
                  <a:pt x="968456" y="194659"/>
                </a:lnTo>
                <a:lnTo>
                  <a:pt x="982726" y="194599"/>
                </a:lnTo>
                <a:lnTo>
                  <a:pt x="996384" y="194224"/>
                </a:lnTo>
                <a:lnTo>
                  <a:pt x="1000441" y="191706"/>
                </a:lnTo>
                <a:lnTo>
                  <a:pt x="1013233" y="192292"/>
                </a:lnTo>
                <a:lnTo>
                  <a:pt x="1025418" y="192509"/>
                </a:lnTo>
                <a:lnTo>
                  <a:pt x="1036992" y="192362"/>
                </a:lnTo>
                <a:lnTo>
                  <a:pt x="1047948" y="191860"/>
                </a:lnTo>
                <a:lnTo>
                  <a:pt x="1058281" y="191008"/>
                </a:lnTo>
                <a:lnTo>
                  <a:pt x="1062156" y="188576"/>
                </a:lnTo>
                <a:lnTo>
                  <a:pt x="1071656" y="188186"/>
                </a:lnTo>
                <a:lnTo>
                  <a:pt x="1080533" y="187387"/>
                </a:lnTo>
                <a:lnTo>
                  <a:pt x="1088781" y="186185"/>
                </a:lnTo>
                <a:lnTo>
                  <a:pt x="1096395" y="184587"/>
                </a:lnTo>
                <a:lnTo>
                  <a:pt x="1103373" y="182596"/>
                </a:lnTo>
                <a:lnTo>
                  <a:pt x="1109709" y="180217"/>
                </a:lnTo>
                <a:lnTo>
                  <a:pt x="1115401" y="177454"/>
                </a:lnTo>
                <a:lnTo>
                  <a:pt x="1120445" y="174312"/>
                </a:lnTo>
                <a:lnTo>
                  <a:pt x="1124841" y="170792"/>
                </a:lnTo>
                <a:lnTo>
                  <a:pt x="1128585" y="166897"/>
                </a:lnTo>
                <a:lnTo>
                  <a:pt x="1131676" y="162629"/>
                </a:lnTo>
                <a:lnTo>
                  <a:pt x="1134114" y="157990"/>
                </a:lnTo>
                <a:lnTo>
                  <a:pt x="1135867" y="153051"/>
                </a:lnTo>
                <a:lnTo>
                  <a:pt x="1136903" y="147884"/>
                </a:lnTo>
                <a:lnTo>
                  <a:pt x="1137222" y="142491"/>
                </a:lnTo>
                <a:lnTo>
                  <a:pt x="1136824" y="136874"/>
                </a:lnTo>
                <a:lnTo>
                  <a:pt x="1135709" y="131036"/>
                </a:lnTo>
                <a:lnTo>
                  <a:pt x="1133875" y="124981"/>
                </a:lnTo>
                <a:lnTo>
                  <a:pt x="1131321" y="118713"/>
                </a:lnTo>
                <a:lnTo>
                  <a:pt x="1128048" y="112238"/>
                </a:lnTo>
                <a:lnTo>
                  <a:pt x="1124054" y="105560"/>
                </a:lnTo>
                <a:lnTo>
                  <a:pt x="1119339" y="98687"/>
                </a:lnTo>
                <a:lnTo>
                  <a:pt x="1113901" y="91626"/>
                </a:lnTo>
                <a:lnTo>
                  <a:pt x="1107740" y="84383"/>
                </a:lnTo>
                <a:lnTo>
                  <a:pt x="1094610" y="74756"/>
                </a:lnTo>
                <a:lnTo>
                  <a:pt x="1086600" y="68172"/>
                </a:lnTo>
                <a:lnTo>
                  <a:pt x="1077880" y="61521"/>
                </a:lnTo>
                <a:lnTo>
                  <a:pt x="1068449" y="54810"/>
                </a:lnTo>
                <a:lnTo>
                  <a:pt x="1058309" y="48050"/>
                </a:lnTo>
                <a:lnTo>
                  <a:pt x="1047459" y="41249"/>
                </a:lnTo>
                <a:lnTo>
                  <a:pt x="1026567" y="33247"/>
                </a:lnTo>
                <a:lnTo>
                  <a:pt x="1013972" y="27950"/>
                </a:lnTo>
                <a:lnTo>
                  <a:pt x="1000694" y="22725"/>
                </a:lnTo>
                <a:lnTo>
                  <a:pt x="986734" y="17581"/>
                </a:lnTo>
                <a:lnTo>
                  <a:pt x="960854" y="12242"/>
                </a:lnTo>
                <a:lnTo>
                  <a:pt x="945289" y="9215"/>
                </a:lnTo>
                <a:lnTo>
                  <a:pt x="929080" y="6373"/>
                </a:lnTo>
                <a:lnTo>
                  <a:pt x="905754" y="3616"/>
                </a:lnTo>
                <a:lnTo>
                  <a:pt x="888177" y="2331"/>
                </a:lnTo>
                <a:lnTo>
                  <a:pt x="869985" y="1292"/>
                </a:lnTo>
                <a:lnTo>
                  <a:pt x="851181" y="503"/>
                </a:lnTo>
                <a:lnTo>
                  <a:pt x="830977" y="120"/>
                </a:lnTo>
                <a:lnTo>
                  <a:pt x="810965" y="0"/>
                </a:lnTo>
                <a:lnTo>
                  <a:pt x="789563" y="175"/>
                </a:lnTo>
                <a:lnTo>
                  <a:pt x="768372" y="751"/>
                </a:lnTo>
                <a:lnTo>
                  <a:pt x="746602" y="1599"/>
                </a:lnTo>
                <a:lnTo>
                  <a:pt x="723472" y="2825"/>
                </a:lnTo>
                <a:lnTo>
                  <a:pt x="700570" y="4397"/>
                </a:lnTo>
                <a:lnTo>
                  <a:pt x="676340" y="6274"/>
                </a:lnTo>
                <a:lnTo>
                  <a:pt x="652339" y="8584"/>
                </a:lnTo>
                <a:lnTo>
                  <a:pt x="627795" y="11171"/>
                </a:lnTo>
                <a:lnTo>
                  <a:pt x="601986" y="14200"/>
                </a:lnTo>
                <a:lnTo>
                  <a:pt x="576393" y="17533"/>
                </a:lnTo>
                <a:lnTo>
                  <a:pt x="549589" y="21273"/>
                </a:lnTo>
                <a:lnTo>
                  <a:pt x="522984" y="25357"/>
                </a:lnTo>
                <a:lnTo>
                  <a:pt x="495228" y="29828"/>
                </a:lnTo>
                <a:lnTo>
                  <a:pt x="467647" y="34665"/>
                </a:lnTo>
                <a:lnTo>
                  <a:pt x="438985" y="39885"/>
                </a:lnTo>
                <a:lnTo>
                  <a:pt x="410465" y="45481"/>
                </a:lnTo>
                <a:lnTo>
                  <a:pt x="380943" y="51469"/>
                </a:lnTo>
                <a:lnTo>
                  <a:pt x="351524" y="57830"/>
                </a:lnTo>
                <a:lnTo>
                  <a:pt x="321188" y="64609"/>
                </a:lnTo>
                <a:lnTo>
                  <a:pt x="290911" y="71747"/>
                </a:lnTo>
                <a:lnTo>
                  <a:pt x="259809" y="79347"/>
                </a:lnTo>
                <a:lnTo>
                  <a:pt x="228715" y="87284"/>
                </a:lnTo>
                <a:lnTo>
                  <a:pt x="196899" y="95742"/>
                </a:lnTo>
                <a:lnTo>
                  <a:pt x="164767" y="104552"/>
                </a:lnTo>
                <a:lnTo>
                  <a:pt x="132555" y="113878"/>
                </a:lnTo>
                <a:lnTo>
                  <a:pt x="99793" y="123632"/>
                </a:lnTo>
                <a:lnTo>
                  <a:pt x="66884" y="133868"/>
                </a:lnTo>
                <a:lnTo>
                  <a:pt x="33551" y="144640"/>
                </a:lnTo>
                <a:lnTo>
                  <a:pt x="0" y="155863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196328" y="1161288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7260336" y="1104595"/>
            <a:ext cx="1133856" cy="56693"/>
          </a:xfrm>
          <a:custGeom>
            <a:avLst/>
            <a:gdLst/>
            <a:ahLst/>
            <a:cxnLst/>
            <a:rect l="l" t="t" r="r" b="b"/>
            <a:pathLst>
              <a:path w="1133856" h="56693">
                <a:moveTo>
                  <a:pt x="1133856" y="56693"/>
                </a:moveTo>
                <a:lnTo>
                  <a:pt x="1077163" y="31890"/>
                </a:lnTo>
                <a:lnTo>
                  <a:pt x="1020470" y="14173"/>
                </a:lnTo>
                <a:lnTo>
                  <a:pt x="963778" y="3543"/>
                </a:lnTo>
                <a:lnTo>
                  <a:pt x="907085" y="0"/>
                </a:lnTo>
                <a:lnTo>
                  <a:pt x="850392" y="222"/>
                </a:lnTo>
                <a:lnTo>
                  <a:pt x="793699" y="886"/>
                </a:lnTo>
                <a:lnTo>
                  <a:pt x="737006" y="1993"/>
                </a:lnTo>
                <a:lnTo>
                  <a:pt x="680314" y="3543"/>
                </a:lnTo>
                <a:lnTo>
                  <a:pt x="623621" y="5537"/>
                </a:lnTo>
                <a:lnTo>
                  <a:pt x="566928" y="7973"/>
                </a:lnTo>
                <a:lnTo>
                  <a:pt x="510235" y="10852"/>
                </a:lnTo>
                <a:lnTo>
                  <a:pt x="453542" y="14173"/>
                </a:lnTo>
                <a:lnTo>
                  <a:pt x="396850" y="17938"/>
                </a:lnTo>
                <a:lnTo>
                  <a:pt x="340157" y="22146"/>
                </a:lnTo>
                <a:lnTo>
                  <a:pt x="283464" y="26796"/>
                </a:lnTo>
                <a:lnTo>
                  <a:pt x="226771" y="31890"/>
                </a:lnTo>
                <a:lnTo>
                  <a:pt x="170078" y="37426"/>
                </a:lnTo>
                <a:lnTo>
                  <a:pt x="113386" y="43406"/>
                </a:lnTo>
                <a:lnTo>
                  <a:pt x="56693" y="49828"/>
                </a:lnTo>
                <a:lnTo>
                  <a:pt x="0" y="56693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969808" y="958430"/>
            <a:ext cx="1141474" cy="217045"/>
          </a:xfrm>
          <a:custGeom>
            <a:avLst/>
            <a:gdLst/>
            <a:ahLst/>
            <a:cxnLst/>
            <a:rect l="l" t="t" r="r" b="b"/>
            <a:pathLst>
              <a:path w="1141474" h="217045">
                <a:moveTo>
                  <a:pt x="912" y="204952"/>
                </a:moveTo>
                <a:lnTo>
                  <a:pt x="36831" y="204397"/>
                </a:lnTo>
                <a:lnTo>
                  <a:pt x="72089" y="203813"/>
                </a:lnTo>
                <a:lnTo>
                  <a:pt x="107017" y="203291"/>
                </a:lnTo>
                <a:lnTo>
                  <a:pt x="141108" y="202947"/>
                </a:lnTo>
                <a:lnTo>
                  <a:pt x="175037" y="202507"/>
                </a:lnTo>
                <a:lnTo>
                  <a:pt x="207962" y="202411"/>
                </a:lnTo>
                <a:lnTo>
                  <a:pt x="240265" y="202264"/>
                </a:lnTo>
                <a:lnTo>
                  <a:pt x="272635" y="202219"/>
                </a:lnTo>
                <a:lnTo>
                  <a:pt x="303769" y="202286"/>
                </a:lnTo>
                <a:lnTo>
                  <a:pt x="335103" y="202348"/>
                </a:lnTo>
                <a:lnTo>
                  <a:pt x="365060" y="202592"/>
                </a:lnTo>
                <a:lnTo>
                  <a:pt x="395339" y="202750"/>
                </a:lnTo>
                <a:lnTo>
                  <a:pt x="424110" y="203120"/>
                </a:lnTo>
                <a:lnTo>
                  <a:pt x="453313" y="203349"/>
                </a:lnTo>
                <a:lnTo>
                  <a:pt x="480892" y="203786"/>
                </a:lnTo>
                <a:lnTo>
                  <a:pt x="508998" y="204055"/>
                </a:lnTo>
                <a:lnTo>
                  <a:pt x="535378" y="204492"/>
                </a:lnTo>
                <a:lnTo>
                  <a:pt x="562370" y="204765"/>
                </a:lnTo>
                <a:lnTo>
                  <a:pt x="587546" y="205132"/>
                </a:lnTo>
                <a:lnTo>
                  <a:pt x="613407" y="205369"/>
                </a:lnTo>
                <a:lnTo>
                  <a:pt x="637377" y="205592"/>
                </a:lnTo>
                <a:lnTo>
                  <a:pt x="662090" y="205754"/>
                </a:lnTo>
                <a:lnTo>
                  <a:pt x="686235" y="205694"/>
                </a:lnTo>
                <a:lnTo>
                  <a:pt x="708407" y="205809"/>
                </a:lnTo>
                <a:lnTo>
                  <a:pt x="731381" y="205625"/>
                </a:lnTo>
                <a:lnTo>
                  <a:pt x="752348" y="205427"/>
                </a:lnTo>
                <a:lnTo>
                  <a:pt x="774141" y="205084"/>
                </a:lnTo>
                <a:lnTo>
                  <a:pt x="795340" y="204501"/>
                </a:lnTo>
                <a:lnTo>
                  <a:pt x="814509" y="203976"/>
                </a:lnTo>
                <a:lnTo>
                  <a:pt x="834509" y="203199"/>
                </a:lnTo>
                <a:lnTo>
                  <a:pt x="852484" y="202213"/>
                </a:lnTo>
                <a:lnTo>
                  <a:pt x="871278" y="201219"/>
                </a:lnTo>
                <a:lnTo>
                  <a:pt x="889459" y="199981"/>
                </a:lnTo>
                <a:lnTo>
                  <a:pt x="907021" y="198504"/>
                </a:lnTo>
                <a:lnTo>
                  <a:pt x="912541" y="198075"/>
                </a:lnTo>
                <a:lnTo>
                  <a:pt x="929068" y="198098"/>
                </a:lnTo>
                <a:lnTo>
                  <a:pt x="944990" y="197825"/>
                </a:lnTo>
                <a:lnTo>
                  <a:pt x="941592" y="194481"/>
                </a:lnTo>
                <a:lnTo>
                  <a:pt x="956804" y="196993"/>
                </a:lnTo>
                <a:lnTo>
                  <a:pt x="971437" y="199095"/>
                </a:lnTo>
                <a:lnTo>
                  <a:pt x="985486" y="200791"/>
                </a:lnTo>
                <a:lnTo>
                  <a:pt x="985508" y="196829"/>
                </a:lnTo>
                <a:lnTo>
                  <a:pt x="998924" y="200641"/>
                </a:lnTo>
                <a:lnTo>
                  <a:pt x="1011768" y="203932"/>
                </a:lnTo>
                <a:lnTo>
                  <a:pt x="1024031" y="206709"/>
                </a:lnTo>
                <a:lnTo>
                  <a:pt x="1035706" y="208977"/>
                </a:lnTo>
                <a:lnTo>
                  <a:pt x="1046787" y="210741"/>
                </a:lnTo>
                <a:lnTo>
                  <a:pt x="1049965" y="208814"/>
                </a:lnTo>
                <a:lnTo>
                  <a:pt x="1060373" y="211708"/>
                </a:lnTo>
                <a:lnTo>
                  <a:pt x="1070184" y="213974"/>
                </a:lnTo>
                <a:lnTo>
                  <a:pt x="1079392" y="215617"/>
                </a:lnTo>
                <a:lnTo>
                  <a:pt x="1087991" y="216639"/>
                </a:lnTo>
                <a:lnTo>
                  <a:pt x="1095975" y="217045"/>
                </a:lnTo>
                <a:lnTo>
                  <a:pt x="1103339" y="216838"/>
                </a:lnTo>
                <a:lnTo>
                  <a:pt x="1110079" y="216020"/>
                </a:lnTo>
                <a:lnTo>
                  <a:pt x="1116192" y="214595"/>
                </a:lnTo>
                <a:lnTo>
                  <a:pt x="1121674" y="212565"/>
                </a:lnTo>
                <a:lnTo>
                  <a:pt x="1126522" y="209931"/>
                </a:lnTo>
                <a:lnTo>
                  <a:pt x="1130735" y="206695"/>
                </a:lnTo>
                <a:lnTo>
                  <a:pt x="1134312" y="202858"/>
                </a:lnTo>
                <a:lnTo>
                  <a:pt x="1137204" y="198481"/>
                </a:lnTo>
                <a:lnTo>
                  <a:pt x="1139362" y="193627"/>
                </a:lnTo>
                <a:lnTo>
                  <a:pt x="1140785" y="188296"/>
                </a:lnTo>
                <a:lnTo>
                  <a:pt x="1141474" y="182491"/>
                </a:lnTo>
                <a:lnTo>
                  <a:pt x="1141426" y="176215"/>
                </a:lnTo>
                <a:lnTo>
                  <a:pt x="1140640" y="169471"/>
                </a:lnTo>
                <a:lnTo>
                  <a:pt x="1139115" y="162263"/>
                </a:lnTo>
                <a:lnTo>
                  <a:pt x="1136849" y="154597"/>
                </a:lnTo>
                <a:lnTo>
                  <a:pt x="1133839" y="146478"/>
                </a:lnTo>
                <a:lnTo>
                  <a:pt x="1130084" y="137911"/>
                </a:lnTo>
                <a:lnTo>
                  <a:pt x="1125580" y="128905"/>
                </a:lnTo>
                <a:lnTo>
                  <a:pt x="1120327" y="119465"/>
                </a:lnTo>
                <a:lnTo>
                  <a:pt x="1106499" y="104586"/>
                </a:lnTo>
                <a:lnTo>
                  <a:pt x="1099237" y="96032"/>
                </a:lnTo>
                <a:lnTo>
                  <a:pt x="1091237" y="87232"/>
                </a:lnTo>
                <a:lnTo>
                  <a:pt x="1082496" y="78194"/>
                </a:lnTo>
                <a:lnTo>
                  <a:pt x="1073013" y="68927"/>
                </a:lnTo>
                <a:lnTo>
                  <a:pt x="1062789" y="59441"/>
                </a:lnTo>
                <a:lnTo>
                  <a:pt x="1037860" y="45609"/>
                </a:lnTo>
                <a:lnTo>
                  <a:pt x="1025657" y="38444"/>
                </a:lnTo>
                <a:lnTo>
                  <a:pt x="1012743" y="31249"/>
                </a:lnTo>
                <a:lnTo>
                  <a:pt x="999120" y="24030"/>
                </a:lnTo>
                <a:lnTo>
                  <a:pt x="965609" y="14543"/>
                </a:lnTo>
                <a:lnTo>
                  <a:pt x="950146" y="10739"/>
                </a:lnTo>
                <a:lnTo>
                  <a:pt x="934027" y="7089"/>
                </a:lnTo>
                <a:lnTo>
                  <a:pt x="905647" y="3135"/>
                </a:lnTo>
                <a:lnTo>
                  <a:pt x="888066" y="1905"/>
                </a:lnTo>
                <a:lnTo>
                  <a:pt x="869870" y="923"/>
                </a:lnTo>
                <a:lnTo>
                  <a:pt x="851063" y="193"/>
                </a:lnTo>
                <a:lnTo>
                  <a:pt x="830223" y="0"/>
                </a:lnTo>
                <a:lnTo>
                  <a:pt x="810207" y="67"/>
                </a:lnTo>
                <a:lnTo>
                  <a:pt x="788168" y="478"/>
                </a:lnTo>
                <a:lnTo>
                  <a:pt x="766979" y="1386"/>
                </a:lnTo>
                <a:lnTo>
                  <a:pt x="745216" y="2574"/>
                </a:lnTo>
                <a:lnTo>
                  <a:pt x="721470" y="4259"/>
                </a:lnTo>
                <a:lnTo>
                  <a:pt x="698589" y="6331"/>
                </a:lnTo>
                <a:lnTo>
                  <a:pt x="673774" y="8780"/>
                </a:lnTo>
                <a:lnTo>
                  <a:pt x="649814" y="11765"/>
                </a:lnTo>
                <a:lnTo>
                  <a:pt x="625318" y="15041"/>
                </a:lnTo>
                <a:lnTo>
                  <a:pt x="598988" y="18949"/>
                </a:lnTo>
                <a:lnTo>
                  <a:pt x="573472" y="23161"/>
                </a:lnTo>
                <a:lnTo>
                  <a:pt x="546208" y="27951"/>
                </a:lnTo>
                <a:lnTo>
                  <a:pt x="519713" y="33113"/>
                </a:lnTo>
                <a:lnTo>
                  <a:pt x="491572" y="38826"/>
                </a:lnTo>
                <a:lnTo>
                  <a:pt x="464140" y="44954"/>
                </a:lnTo>
                <a:lnTo>
                  <a:pt x="435177" y="51628"/>
                </a:lnTo>
                <a:lnTo>
                  <a:pt x="406852" y="58734"/>
                </a:lnTo>
                <a:lnTo>
                  <a:pt x="377124" y="66408"/>
                </a:lnTo>
                <a:lnTo>
                  <a:pt x="347949" y="74508"/>
                </a:lnTo>
                <a:lnTo>
                  <a:pt x="317514" y="83222"/>
                </a:lnTo>
                <a:lnTo>
                  <a:pt x="287535" y="92338"/>
                </a:lnTo>
                <a:lnTo>
                  <a:pt x="256450" y="102137"/>
                </a:lnTo>
                <a:lnTo>
                  <a:pt x="225716" y="112297"/>
                </a:lnTo>
                <a:lnTo>
                  <a:pt x="194044" y="123233"/>
                </a:lnTo>
                <a:lnTo>
                  <a:pt x="162143" y="134587"/>
                </a:lnTo>
                <a:lnTo>
                  <a:pt x="130413" y="146612"/>
                </a:lnTo>
                <a:lnTo>
                  <a:pt x="98028" y="159206"/>
                </a:lnTo>
                <a:lnTo>
                  <a:pt x="65684" y="172402"/>
                </a:lnTo>
                <a:lnTo>
                  <a:pt x="32891" y="186320"/>
                </a:lnTo>
                <a:lnTo>
                  <a:pt x="0" y="200764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906256" y="1161288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970264" y="1059241"/>
            <a:ext cx="1133856" cy="102047"/>
          </a:xfrm>
          <a:custGeom>
            <a:avLst/>
            <a:gdLst/>
            <a:ahLst/>
            <a:cxnLst/>
            <a:rect l="l" t="t" r="r" b="b"/>
            <a:pathLst>
              <a:path w="1133856" h="102047">
                <a:moveTo>
                  <a:pt x="1133856" y="102047"/>
                </a:moveTo>
                <a:lnTo>
                  <a:pt x="1077163" y="57401"/>
                </a:lnTo>
                <a:lnTo>
                  <a:pt x="1020470" y="25512"/>
                </a:lnTo>
                <a:lnTo>
                  <a:pt x="963778" y="6378"/>
                </a:lnTo>
                <a:lnTo>
                  <a:pt x="907085" y="0"/>
                </a:lnTo>
                <a:lnTo>
                  <a:pt x="850392" y="399"/>
                </a:lnTo>
                <a:lnTo>
                  <a:pt x="793699" y="1594"/>
                </a:lnTo>
                <a:lnTo>
                  <a:pt x="737006" y="3588"/>
                </a:lnTo>
                <a:lnTo>
                  <a:pt x="680314" y="6378"/>
                </a:lnTo>
                <a:lnTo>
                  <a:pt x="623621" y="9965"/>
                </a:lnTo>
                <a:lnTo>
                  <a:pt x="566928" y="14350"/>
                </a:lnTo>
                <a:lnTo>
                  <a:pt x="510235" y="19532"/>
                </a:lnTo>
                <a:lnTo>
                  <a:pt x="453542" y="25512"/>
                </a:lnTo>
                <a:lnTo>
                  <a:pt x="396850" y="32288"/>
                </a:lnTo>
                <a:lnTo>
                  <a:pt x="340157" y="39862"/>
                </a:lnTo>
                <a:lnTo>
                  <a:pt x="283464" y="48233"/>
                </a:lnTo>
                <a:lnTo>
                  <a:pt x="226771" y="57401"/>
                </a:lnTo>
                <a:lnTo>
                  <a:pt x="170078" y="67367"/>
                </a:lnTo>
                <a:lnTo>
                  <a:pt x="113386" y="78130"/>
                </a:lnTo>
                <a:lnTo>
                  <a:pt x="56693" y="89690"/>
                </a:lnTo>
                <a:lnTo>
                  <a:pt x="0" y="102047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550246" y="1835047"/>
            <a:ext cx="1134072" cy="205717"/>
          </a:xfrm>
          <a:custGeom>
            <a:avLst/>
            <a:gdLst/>
            <a:ahLst/>
            <a:cxnLst/>
            <a:rect l="l" t="t" r="r" b="b"/>
            <a:pathLst>
              <a:path w="1134072" h="205717">
                <a:moveTo>
                  <a:pt x="324" y="123906"/>
                </a:moveTo>
                <a:lnTo>
                  <a:pt x="35268" y="128378"/>
                </a:lnTo>
                <a:lnTo>
                  <a:pt x="69680" y="132654"/>
                </a:lnTo>
                <a:lnTo>
                  <a:pt x="103755" y="136819"/>
                </a:lnTo>
                <a:lnTo>
                  <a:pt x="137184" y="140909"/>
                </a:lnTo>
                <a:lnTo>
                  <a:pt x="170367" y="144825"/>
                </a:lnTo>
                <a:lnTo>
                  <a:pt x="202797" y="148761"/>
                </a:lnTo>
                <a:lnTo>
                  <a:pt x="234700" y="152526"/>
                </a:lnTo>
                <a:lnTo>
                  <a:pt x="266477" y="156256"/>
                </a:lnTo>
                <a:lnTo>
                  <a:pt x="297357" y="159873"/>
                </a:lnTo>
                <a:lnTo>
                  <a:pt x="328181" y="163405"/>
                </a:lnTo>
                <a:lnTo>
                  <a:pt x="358019" y="166861"/>
                </a:lnTo>
                <a:lnTo>
                  <a:pt x="387862" y="170193"/>
                </a:lnTo>
                <a:lnTo>
                  <a:pt x="416641" y="173462"/>
                </a:lnTo>
                <a:lnTo>
                  <a:pt x="445479" y="176579"/>
                </a:lnTo>
                <a:lnTo>
                  <a:pt x="473180" y="179628"/>
                </a:lnTo>
                <a:lnTo>
                  <a:pt x="500988" y="182510"/>
                </a:lnTo>
                <a:lnTo>
                  <a:pt x="527596" y="185297"/>
                </a:lnTo>
                <a:lnTo>
                  <a:pt x="554350" y="187919"/>
                </a:lnTo>
                <a:lnTo>
                  <a:pt x="579850" y="190401"/>
                </a:lnTo>
                <a:lnTo>
                  <a:pt x="605530" y="192735"/>
                </a:lnTo>
                <a:lnTo>
                  <a:pt x="629908" y="194865"/>
                </a:lnTo>
                <a:lnTo>
                  <a:pt x="654492" y="196883"/>
                </a:lnTo>
                <a:lnTo>
                  <a:pt x="678527" y="198636"/>
                </a:lnTo>
                <a:lnTo>
                  <a:pt x="701207" y="200293"/>
                </a:lnTo>
                <a:lnTo>
                  <a:pt x="724116" y="201697"/>
                </a:lnTo>
                <a:lnTo>
                  <a:pt x="745647" y="202899"/>
                </a:lnTo>
                <a:lnTo>
                  <a:pt x="767414" y="203932"/>
                </a:lnTo>
                <a:lnTo>
                  <a:pt x="788603" y="204687"/>
                </a:lnTo>
                <a:lnTo>
                  <a:pt x="808395" y="205287"/>
                </a:lnTo>
                <a:lnTo>
                  <a:pt x="828416" y="205652"/>
                </a:lnTo>
                <a:lnTo>
                  <a:pt x="847039" y="205717"/>
                </a:lnTo>
                <a:lnTo>
                  <a:pt x="865877" y="205683"/>
                </a:lnTo>
                <a:lnTo>
                  <a:pt x="884115" y="205374"/>
                </a:lnTo>
                <a:lnTo>
                  <a:pt x="901746" y="204795"/>
                </a:lnTo>
                <a:lnTo>
                  <a:pt x="917999" y="204040"/>
                </a:lnTo>
                <a:lnTo>
                  <a:pt x="934417" y="203066"/>
                </a:lnTo>
                <a:lnTo>
                  <a:pt x="950216" y="201834"/>
                </a:lnTo>
                <a:lnTo>
                  <a:pt x="964675" y="200358"/>
                </a:lnTo>
                <a:lnTo>
                  <a:pt x="979241" y="198744"/>
                </a:lnTo>
                <a:lnTo>
                  <a:pt x="993175" y="196887"/>
                </a:lnTo>
                <a:lnTo>
                  <a:pt x="1006475" y="194794"/>
                </a:lnTo>
                <a:lnTo>
                  <a:pt x="1018507" y="192459"/>
                </a:lnTo>
                <a:lnTo>
                  <a:pt x="1030549" y="190015"/>
                </a:lnTo>
                <a:lnTo>
                  <a:pt x="1041944" y="187354"/>
                </a:lnTo>
                <a:lnTo>
                  <a:pt x="1052690" y="184484"/>
                </a:lnTo>
                <a:lnTo>
                  <a:pt x="1062782" y="181414"/>
                </a:lnTo>
                <a:lnTo>
                  <a:pt x="1072218" y="178152"/>
                </a:lnTo>
                <a:lnTo>
                  <a:pt x="1080542" y="174733"/>
                </a:lnTo>
                <a:lnTo>
                  <a:pt x="1088689" y="171174"/>
                </a:lnTo>
                <a:lnTo>
                  <a:pt x="1096171" y="167441"/>
                </a:lnTo>
                <a:lnTo>
                  <a:pt x="1102987" y="163539"/>
                </a:lnTo>
                <a:lnTo>
                  <a:pt x="1109134" y="159477"/>
                </a:lnTo>
                <a:lnTo>
                  <a:pt x="1114609" y="155259"/>
                </a:lnTo>
                <a:lnTo>
                  <a:pt x="1119411" y="150891"/>
                </a:lnTo>
                <a:lnTo>
                  <a:pt x="1123539" y="146379"/>
                </a:lnTo>
                <a:lnTo>
                  <a:pt x="1126991" y="141726"/>
                </a:lnTo>
                <a:lnTo>
                  <a:pt x="1129765" y="136935"/>
                </a:lnTo>
                <a:lnTo>
                  <a:pt x="1131862" y="132011"/>
                </a:lnTo>
                <a:lnTo>
                  <a:pt x="1133279" y="126955"/>
                </a:lnTo>
                <a:lnTo>
                  <a:pt x="1134018" y="121769"/>
                </a:lnTo>
                <a:lnTo>
                  <a:pt x="1134072" y="116531"/>
                </a:lnTo>
                <a:lnTo>
                  <a:pt x="1133434" y="111318"/>
                </a:lnTo>
                <a:lnTo>
                  <a:pt x="1132106" y="106134"/>
                </a:lnTo>
                <a:lnTo>
                  <a:pt x="1130087" y="100980"/>
                </a:lnTo>
                <a:lnTo>
                  <a:pt x="1127378" y="95858"/>
                </a:lnTo>
                <a:lnTo>
                  <a:pt x="1123980" y="90774"/>
                </a:lnTo>
                <a:lnTo>
                  <a:pt x="1119893" y="85730"/>
                </a:lnTo>
                <a:lnTo>
                  <a:pt x="1115118" y="80734"/>
                </a:lnTo>
                <a:lnTo>
                  <a:pt x="1109656" y="75789"/>
                </a:lnTo>
                <a:lnTo>
                  <a:pt x="1103508" y="70902"/>
                </a:lnTo>
                <a:lnTo>
                  <a:pt x="1096676" y="66081"/>
                </a:lnTo>
                <a:lnTo>
                  <a:pt x="1089161" y="61332"/>
                </a:lnTo>
                <a:lnTo>
                  <a:pt x="1080481" y="56636"/>
                </a:lnTo>
                <a:lnTo>
                  <a:pt x="1071574" y="52126"/>
                </a:lnTo>
                <a:lnTo>
                  <a:pt x="1061990" y="47718"/>
                </a:lnTo>
                <a:lnTo>
                  <a:pt x="1051732" y="43421"/>
                </a:lnTo>
                <a:lnTo>
                  <a:pt x="1040801" y="39242"/>
                </a:lnTo>
                <a:lnTo>
                  <a:pt x="1029201" y="35190"/>
                </a:lnTo>
                <a:lnTo>
                  <a:pt x="1016284" y="31306"/>
                </a:lnTo>
                <a:lnTo>
                  <a:pt x="1003330" y="27638"/>
                </a:lnTo>
                <a:lnTo>
                  <a:pt x="989718" y="24128"/>
                </a:lnTo>
                <a:lnTo>
                  <a:pt x="975449" y="20784"/>
                </a:lnTo>
                <a:lnTo>
                  <a:pt x="959794" y="17644"/>
                </a:lnTo>
                <a:lnTo>
                  <a:pt x="944208" y="14780"/>
                </a:lnTo>
                <a:lnTo>
                  <a:pt x="927980" y="12109"/>
                </a:lnTo>
                <a:lnTo>
                  <a:pt x="910334" y="9610"/>
                </a:lnTo>
                <a:lnTo>
                  <a:pt x="892822" y="7485"/>
                </a:lnTo>
                <a:lnTo>
                  <a:pt x="874682" y="5575"/>
                </a:lnTo>
                <a:lnTo>
                  <a:pt x="855920" y="3887"/>
                </a:lnTo>
                <a:lnTo>
                  <a:pt x="835728" y="2539"/>
                </a:lnTo>
                <a:lnTo>
                  <a:pt x="815733" y="1464"/>
                </a:lnTo>
                <a:lnTo>
                  <a:pt x="794317" y="619"/>
                </a:lnTo>
                <a:lnTo>
                  <a:pt x="773118" y="187"/>
                </a:lnTo>
                <a:lnTo>
                  <a:pt x="751329" y="0"/>
                </a:lnTo>
                <a:lnTo>
                  <a:pt x="728148" y="127"/>
                </a:lnTo>
                <a:lnTo>
                  <a:pt x="705201" y="614"/>
                </a:lnTo>
                <a:lnTo>
                  <a:pt x="680894" y="1343"/>
                </a:lnTo>
                <a:lnTo>
                  <a:pt x="656824" y="2519"/>
                </a:lnTo>
                <a:lnTo>
                  <a:pt x="632199" y="3947"/>
                </a:lnTo>
                <a:lnTo>
                  <a:pt x="606277" y="5760"/>
                </a:lnTo>
                <a:lnTo>
                  <a:pt x="580580" y="7888"/>
                </a:lnTo>
                <a:lnTo>
                  <a:pt x="553640" y="10369"/>
                </a:lnTo>
                <a:lnTo>
                  <a:pt x="526907" y="13205"/>
                </a:lnTo>
                <a:lnTo>
                  <a:pt x="498994" y="16377"/>
                </a:lnTo>
                <a:lnTo>
                  <a:pt x="471264" y="19926"/>
                </a:lnTo>
                <a:lnTo>
                  <a:pt x="442423" y="23809"/>
                </a:lnTo>
                <a:lnTo>
                  <a:pt x="413733" y="28077"/>
                </a:lnTo>
                <a:lnTo>
                  <a:pt x="384012" y="32693"/>
                </a:lnTo>
                <a:lnTo>
                  <a:pt x="354402" y="37690"/>
                </a:lnTo>
                <a:lnTo>
                  <a:pt x="323848" y="43065"/>
                </a:lnTo>
                <a:lnTo>
                  <a:pt x="293359" y="48805"/>
                </a:lnTo>
                <a:lnTo>
                  <a:pt x="262021" y="54972"/>
                </a:lnTo>
                <a:lnTo>
                  <a:pt x="230694" y="61478"/>
                </a:lnTo>
                <a:lnTo>
                  <a:pt x="198622" y="68478"/>
                </a:lnTo>
                <a:lnTo>
                  <a:pt x="166226" y="75816"/>
                </a:lnTo>
                <a:lnTo>
                  <a:pt x="133749" y="83671"/>
                </a:lnTo>
                <a:lnTo>
                  <a:pt x="100703" y="91931"/>
                </a:lnTo>
                <a:lnTo>
                  <a:pt x="67505" y="100671"/>
                </a:lnTo>
                <a:lnTo>
                  <a:pt x="33866" y="109930"/>
                </a:lnTo>
                <a:lnTo>
                  <a:pt x="0" y="119632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486400" y="1956816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5550408" y="1934139"/>
            <a:ext cx="1133856" cy="22677"/>
          </a:xfrm>
          <a:custGeom>
            <a:avLst/>
            <a:gdLst/>
            <a:ahLst/>
            <a:cxnLst/>
            <a:rect l="l" t="t" r="r" b="b"/>
            <a:pathLst>
              <a:path w="1133856" h="22677">
                <a:moveTo>
                  <a:pt x="1133856" y="22677"/>
                </a:moveTo>
                <a:lnTo>
                  <a:pt x="1077163" y="18368"/>
                </a:lnTo>
                <a:lnTo>
                  <a:pt x="1020470" y="14513"/>
                </a:lnTo>
                <a:lnTo>
                  <a:pt x="963778" y="11112"/>
                </a:lnTo>
                <a:lnTo>
                  <a:pt x="907085" y="8164"/>
                </a:lnTo>
                <a:lnTo>
                  <a:pt x="850392" y="5669"/>
                </a:lnTo>
                <a:lnTo>
                  <a:pt x="793699" y="3628"/>
                </a:lnTo>
                <a:lnTo>
                  <a:pt x="737006" y="2041"/>
                </a:lnTo>
                <a:lnTo>
                  <a:pt x="680314" y="907"/>
                </a:lnTo>
                <a:lnTo>
                  <a:pt x="623621" y="227"/>
                </a:lnTo>
                <a:lnTo>
                  <a:pt x="566928" y="0"/>
                </a:lnTo>
                <a:lnTo>
                  <a:pt x="510235" y="227"/>
                </a:lnTo>
                <a:lnTo>
                  <a:pt x="453542" y="907"/>
                </a:lnTo>
                <a:lnTo>
                  <a:pt x="396850" y="2041"/>
                </a:lnTo>
                <a:lnTo>
                  <a:pt x="340157" y="3628"/>
                </a:lnTo>
                <a:lnTo>
                  <a:pt x="283464" y="5669"/>
                </a:lnTo>
                <a:lnTo>
                  <a:pt x="226771" y="8164"/>
                </a:lnTo>
                <a:lnTo>
                  <a:pt x="170078" y="11112"/>
                </a:lnTo>
                <a:lnTo>
                  <a:pt x="113386" y="14513"/>
                </a:lnTo>
                <a:lnTo>
                  <a:pt x="56693" y="18368"/>
                </a:lnTo>
                <a:lnTo>
                  <a:pt x="0" y="22677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775704" y="1545336"/>
            <a:ext cx="2103120" cy="1115568"/>
          </a:xfrm>
          <a:custGeom>
            <a:avLst/>
            <a:gdLst/>
            <a:ahLst/>
            <a:cxnLst/>
            <a:rect l="l" t="t" r="r" b="b"/>
            <a:pathLst>
              <a:path w="2103120" h="1115568">
                <a:moveTo>
                  <a:pt x="0" y="0"/>
                </a:moveTo>
                <a:lnTo>
                  <a:pt x="2103120" y="0"/>
                </a:lnTo>
                <a:lnTo>
                  <a:pt x="2103120" y="1115568"/>
                </a:lnTo>
                <a:lnTo>
                  <a:pt x="0" y="1115568"/>
                </a:lnTo>
                <a:close/>
              </a:path>
            </a:pathLst>
          </a:custGeom>
          <a:noFill/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260336" y="1956816"/>
            <a:ext cx="1430853" cy="383396"/>
          </a:xfrm>
          <a:prstGeom prst="line">
            <a:avLst/>
          </a:prstGeom>
          <a:ln w="12700">
            <a:solidFill>
              <a:srgbClr val="7A7A7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7843276" y="1956816"/>
            <a:ext cx="20564" cy="156198"/>
          </a:xfrm>
          <a:custGeom>
            <a:avLst/>
            <a:gdLst/>
            <a:ahLst/>
            <a:cxnLst/>
            <a:rect l="l" t="t" r="r" b="b"/>
            <a:pathLst>
              <a:path w="20564" h="156198">
                <a:moveTo>
                  <a:pt x="20564" y="0"/>
                </a:moveTo>
                <a:lnTo>
                  <a:pt x="19737" y="31585"/>
                </a:lnTo>
                <a:lnTo>
                  <a:pt x="17258" y="63083"/>
                </a:lnTo>
                <a:lnTo>
                  <a:pt x="13134" y="94409"/>
                </a:lnTo>
                <a:lnTo>
                  <a:pt x="7376" y="125476"/>
                </a:lnTo>
                <a:lnTo>
                  <a:pt x="0" y="156198"/>
                </a:lnTo>
              </a:path>
            </a:pathLst>
          </a:custGeom>
          <a:noFill/>
          <a:ln w="1587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7259936" y="1803759"/>
            <a:ext cx="1134889" cy="214432"/>
          </a:xfrm>
          <a:custGeom>
            <a:avLst/>
            <a:gdLst/>
            <a:ahLst/>
            <a:cxnLst/>
            <a:rect l="l" t="t" r="r" b="b"/>
            <a:pathLst>
              <a:path w="1134889" h="214432">
                <a:moveTo>
                  <a:pt x="800" y="155162"/>
                </a:moveTo>
                <a:lnTo>
                  <a:pt x="36532" y="155608"/>
                </a:lnTo>
                <a:lnTo>
                  <a:pt x="71517" y="156092"/>
                </a:lnTo>
                <a:lnTo>
                  <a:pt x="106237" y="156750"/>
                </a:lnTo>
                <a:lnTo>
                  <a:pt x="139957" y="157713"/>
                </a:lnTo>
                <a:lnTo>
                  <a:pt x="173662" y="158620"/>
                </a:lnTo>
                <a:lnTo>
                  <a:pt x="206129" y="160043"/>
                </a:lnTo>
                <a:lnTo>
                  <a:pt x="237917" y="161435"/>
                </a:lnTo>
                <a:lnTo>
                  <a:pt x="270030" y="163056"/>
                </a:lnTo>
                <a:lnTo>
                  <a:pt x="300577" y="164828"/>
                </a:lnTo>
                <a:lnTo>
                  <a:pt x="331649" y="166689"/>
                </a:lnTo>
                <a:lnTo>
                  <a:pt x="360960" y="168776"/>
                </a:lnTo>
                <a:lnTo>
                  <a:pt x="390978" y="170851"/>
                </a:lnTo>
                <a:lnTo>
                  <a:pt x="419056" y="173174"/>
                </a:lnTo>
                <a:lnTo>
                  <a:pt x="448004" y="175425"/>
                </a:lnTo>
                <a:lnTo>
                  <a:pt x="474854" y="177897"/>
                </a:lnTo>
                <a:lnTo>
                  <a:pt x="502720" y="180279"/>
                </a:lnTo>
                <a:lnTo>
                  <a:pt x="528350" y="182805"/>
                </a:lnTo>
                <a:lnTo>
                  <a:pt x="555121" y="185266"/>
                </a:lnTo>
                <a:lnTo>
                  <a:pt x="579541" y="187748"/>
                </a:lnTo>
                <a:lnTo>
                  <a:pt x="605207" y="190236"/>
                </a:lnTo>
                <a:lnTo>
                  <a:pt x="628429" y="192573"/>
                </a:lnTo>
                <a:lnTo>
                  <a:pt x="652982" y="195032"/>
                </a:lnTo>
                <a:lnTo>
                  <a:pt x="676990" y="197218"/>
                </a:lnTo>
                <a:lnTo>
                  <a:pt x="698455" y="199503"/>
                </a:lnTo>
                <a:lnTo>
                  <a:pt x="721336" y="201594"/>
                </a:lnTo>
                <a:lnTo>
                  <a:pt x="741639" y="203500"/>
                </a:lnTo>
                <a:lnTo>
                  <a:pt x="763388" y="205447"/>
                </a:lnTo>
                <a:lnTo>
                  <a:pt x="784570" y="207092"/>
                </a:lnTo>
                <a:lnTo>
                  <a:pt x="803161" y="208640"/>
                </a:lnTo>
                <a:lnTo>
                  <a:pt x="823201" y="210087"/>
                </a:lnTo>
                <a:lnTo>
                  <a:pt x="840673" y="211046"/>
                </a:lnTo>
                <a:lnTo>
                  <a:pt x="859567" y="212257"/>
                </a:lnTo>
                <a:lnTo>
                  <a:pt x="877877" y="213155"/>
                </a:lnTo>
                <a:lnTo>
                  <a:pt x="895597" y="213742"/>
                </a:lnTo>
                <a:lnTo>
                  <a:pt x="910840" y="214113"/>
                </a:lnTo>
                <a:lnTo>
                  <a:pt x="927398" y="214426"/>
                </a:lnTo>
                <a:lnTo>
                  <a:pt x="943355" y="214432"/>
                </a:lnTo>
                <a:lnTo>
                  <a:pt x="956957" y="214015"/>
                </a:lnTo>
                <a:lnTo>
                  <a:pt x="971743" y="213722"/>
                </a:lnTo>
                <a:lnTo>
                  <a:pt x="985915" y="213129"/>
                </a:lnTo>
                <a:lnTo>
                  <a:pt x="999469" y="212245"/>
                </a:lnTo>
                <a:lnTo>
                  <a:pt x="1010883" y="210897"/>
                </a:lnTo>
                <a:lnTo>
                  <a:pt x="1023249" y="209697"/>
                </a:lnTo>
                <a:lnTo>
                  <a:pt x="1034987" y="208215"/>
                </a:lnTo>
                <a:lnTo>
                  <a:pt x="1046091" y="206459"/>
                </a:lnTo>
                <a:lnTo>
                  <a:pt x="1056557" y="204437"/>
                </a:lnTo>
                <a:lnTo>
                  <a:pt x="1066381" y="202156"/>
                </a:lnTo>
                <a:lnTo>
                  <a:pt x="1074475" y="199580"/>
                </a:lnTo>
                <a:lnTo>
                  <a:pt x="1083084" y="196975"/>
                </a:lnTo>
                <a:lnTo>
                  <a:pt x="1091042" y="194121"/>
                </a:lnTo>
                <a:lnTo>
                  <a:pt x="1098346" y="191023"/>
                </a:lnTo>
                <a:lnTo>
                  <a:pt x="1104993" y="187689"/>
                </a:lnTo>
                <a:lnTo>
                  <a:pt x="1110981" y="184123"/>
                </a:lnTo>
                <a:lnTo>
                  <a:pt x="1116307" y="180331"/>
                </a:lnTo>
                <a:lnTo>
                  <a:pt x="1120968" y="176319"/>
                </a:lnTo>
                <a:lnTo>
                  <a:pt x="1124963" y="172089"/>
                </a:lnTo>
                <a:lnTo>
                  <a:pt x="1128290" y="167645"/>
                </a:lnTo>
                <a:lnTo>
                  <a:pt x="1130949" y="162991"/>
                </a:lnTo>
                <a:lnTo>
                  <a:pt x="1132938" y="158127"/>
                </a:lnTo>
                <a:lnTo>
                  <a:pt x="1134256" y="153057"/>
                </a:lnTo>
                <a:lnTo>
                  <a:pt x="1134889" y="147856"/>
                </a:lnTo>
                <a:lnTo>
                  <a:pt x="1134823" y="142603"/>
                </a:lnTo>
                <a:lnTo>
                  <a:pt x="1134056" y="137298"/>
                </a:lnTo>
                <a:lnTo>
                  <a:pt x="1132591" y="131943"/>
                </a:lnTo>
                <a:lnTo>
                  <a:pt x="1130425" y="126543"/>
                </a:lnTo>
                <a:lnTo>
                  <a:pt x="1127561" y="121100"/>
                </a:lnTo>
                <a:lnTo>
                  <a:pt x="1123997" y="115620"/>
                </a:lnTo>
                <a:lnTo>
                  <a:pt x="1119734" y="110106"/>
                </a:lnTo>
                <a:lnTo>
                  <a:pt x="1114773" y="104566"/>
                </a:lnTo>
                <a:lnTo>
                  <a:pt x="1109114" y="99006"/>
                </a:lnTo>
                <a:lnTo>
                  <a:pt x="1102757" y="93431"/>
                </a:lnTo>
                <a:lnTo>
                  <a:pt x="1095704" y="87851"/>
                </a:lnTo>
                <a:lnTo>
                  <a:pt x="1086794" y="82083"/>
                </a:lnTo>
                <a:lnTo>
                  <a:pt x="1078275" y="76684"/>
                </a:lnTo>
                <a:lnTo>
                  <a:pt x="1069065" y="71317"/>
                </a:lnTo>
                <a:lnTo>
                  <a:pt x="1059165" y="65990"/>
                </a:lnTo>
                <a:lnTo>
                  <a:pt x="1048577" y="60713"/>
                </a:lnTo>
                <a:lnTo>
                  <a:pt x="1037302" y="55494"/>
                </a:lnTo>
                <a:lnTo>
                  <a:pt x="1023765" y="50275"/>
                </a:lnTo>
                <a:lnTo>
                  <a:pt x="1011067" y="45452"/>
                </a:lnTo>
                <a:lnTo>
                  <a:pt x="997692" y="40727"/>
                </a:lnTo>
                <a:lnTo>
                  <a:pt x="983643" y="36109"/>
                </a:lnTo>
                <a:lnTo>
                  <a:pt x="967132" y="31532"/>
                </a:lnTo>
                <a:lnTo>
                  <a:pt x="951704" y="27458"/>
                </a:lnTo>
                <a:lnTo>
                  <a:pt x="935616" y="23527"/>
                </a:lnTo>
                <a:lnTo>
                  <a:pt x="916959" y="19540"/>
                </a:lnTo>
                <a:lnTo>
                  <a:pt x="899535" y="16261"/>
                </a:lnTo>
                <a:lnTo>
                  <a:pt x="881468" y="13157"/>
                </a:lnTo>
                <a:lnTo>
                  <a:pt x="862762" y="10232"/>
                </a:lnTo>
                <a:lnTo>
                  <a:pt x="841419" y="7661"/>
                </a:lnTo>
                <a:lnTo>
                  <a:pt x="821443" y="5507"/>
                </a:lnTo>
                <a:lnTo>
                  <a:pt x="798826" y="3442"/>
                </a:lnTo>
                <a:lnTo>
                  <a:pt x="777620" y="2120"/>
                </a:lnTo>
                <a:lnTo>
                  <a:pt x="755813" y="1018"/>
                </a:lnTo>
                <a:lnTo>
                  <a:pt x="731404" y="236"/>
                </a:lnTo>
                <a:lnTo>
                  <a:pt x="708429" y="33"/>
                </a:lnTo>
                <a:lnTo>
                  <a:pt x="682907" y="0"/>
                </a:lnTo>
                <a:lnTo>
                  <a:pt x="658810" y="742"/>
                </a:lnTo>
                <a:lnTo>
                  <a:pt x="634154" y="1726"/>
                </a:lnTo>
                <a:lnTo>
                  <a:pt x="607076" y="3269"/>
                </a:lnTo>
                <a:lnTo>
                  <a:pt x="581366" y="5243"/>
                </a:lnTo>
                <a:lnTo>
                  <a:pt x="553346" y="7724"/>
                </a:lnTo>
                <a:lnTo>
                  <a:pt x="526629" y="10720"/>
                </a:lnTo>
                <a:lnTo>
                  <a:pt x="497738" y="14208"/>
                </a:lnTo>
                <a:lnTo>
                  <a:pt x="470065" y="18256"/>
                </a:lnTo>
                <a:lnTo>
                  <a:pt x="440374" y="22814"/>
                </a:lnTo>
                <a:lnTo>
                  <a:pt x="411794" y="27942"/>
                </a:lnTo>
                <a:lnTo>
                  <a:pt x="381373" y="33633"/>
                </a:lnTo>
                <a:lnTo>
                  <a:pt x="351937" y="39870"/>
                </a:lnTo>
                <a:lnTo>
                  <a:pt x="320856" y="46756"/>
                </a:lnTo>
                <a:lnTo>
                  <a:pt x="290615" y="54135"/>
                </a:lnTo>
                <a:lnTo>
                  <a:pt x="258944" y="62282"/>
                </a:lnTo>
                <a:lnTo>
                  <a:pt x="227952" y="70845"/>
                </a:lnTo>
                <a:lnTo>
                  <a:pt x="195766" y="80322"/>
                </a:lnTo>
                <a:lnTo>
                  <a:pt x="163407" y="90251"/>
                </a:lnTo>
                <a:lnTo>
                  <a:pt x="131451" y="101006"/>
                </a:lnTo>
                <a:lnTo>
                  <a:pt x="98696" y="112394"/>
                </a:lnTo>
                <a:lnTo>
                  <a:pt x="66144" y="124488"/>
                </a:lnTo>
                <a:lnTo>
                  <a:pt x="33078" y="137432"/>
                </a:lnTo>
                <a:lnTo>
                  <a:pt x="0" y="150952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7077456" y="1956816"/>
            <a:ext cx="1380744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7260336" y="1900123"/>
            <a:ext cx="1133856" cy="56693"/>
          </a:xfrm>
          <a:custGeom>
            <a:avLst/>
            <a:gdLst/>
            <a:ahLst/>
            <a:cxnLst/>
            <a:rect l="l" t="t" r="r" b="b"/>
            <a:pathLst>
              <a:path w="1133856" h="56693">
                <a:moveTo>
                  <a:pt x="1133856" y="56693"/>
                </a:moveTo>
                <a:lnTo>
                  <a:pt x="1077163" y="45921"/>
                </a:lnTo>
                <a:lnTo>
                  <a:pt x="1020470" y="36284"/>
                </a:lnTo>
                <a:lnTo>
                  <a:pt x="963778" y="27780"/>
                </a:lnTo>
                <a:lnTo>
                  <a:pt x="907085" y="20410"/>
                </a:lnTo>
                <a:lnTo>
                  <a:pt x="850392" y="14173"/>
                </a:lnTo>
                <a:lnTo>
                  <a:pt x="793699" y="9071"/>
                </a:lnTo>
                <a:lnTo>
                  <a:pt x="737006" y="5103"/>
                </a:lnTo>
                <a:lnTo>
                  <a:pt x="680314" y="2268"/>
                </a:lnTo>
                <a:lnTo>
                  <a:pt x="623621" y="567"/>
                </a:lnTo>
                <a:lnTo>
                  <a:pt x="566928" y="0"/>
                </a:lnTo>
                <a:lnTo>
                  <a:pt x="510235" y="567"/>
                </a:lnTo>
                <a:lnTo>
                  <a:pt x="453542" y="2268"/>
                </a:lnTo>
                <a:lnTo>
                  <a:pt x="396850" y="5103"/>
                </a:lnTo>
                <a:lnTo>
                  <a:pt x="340157" y="9071"/>
                </a:lnTo>
                <a:lnTo>
                  <a:pt x="283464" y="14173"/>
                </a:lnTo>
                <a:lnTo>
                  <a:pt x="226771" y="20410"/>
                </a:lnTo>
                <a:lnTo>
                  <a:pt x="170078" y="27780"/>
                </a:lnTo>
                <a:lnTo>
                  <a:pt x="113386" y="36284"/>
                </a:lnTo>
                <a:lnTo>
                  <a:pt x="56693" y="45921"/>
                </a:lnTo>
                <a:lnTo>
                  <a:pt x="0" y="56693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7644384" y="2057400"/>
            <a:ext cx="137160" cy="155448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260336" y="2212848"/>
            <a:ext cx="800195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Arial"/>
              </a:rPr>
              <a:t>angle of attack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396" y="2414016"/>
            <a:ext cx="869252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Arial"/>
              </a:rPr>
              <a:t>horizontal plane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1691640"/>
            <a:ext cx="616839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rial"/>
              </a:rPr>
              <a:t>Chord line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7827264" y="1726387"/>
            <a:ext cx="0" cy="1463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472410" y="1609344"/>
            <a:ext cx="709708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00000"/>
                </a:solidFill>
                <a:latin typeface="Arial"/>
              </a:rPr>
              <a:t>Camber line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40760" y="1984248"/>
            <a:ext cx="200120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7A7A"/>
                </a:solidFill>
                <a:latin typeface="Arial"/>
              </a:rPr>
              <a:t>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94776" y="1764792"/>
            <a:ext cx="195358" cy="19088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Arial"/>
              </a:rPr>
              <a:t>LE</a:t>
            </a:r>
          </a:p>
        </p:txBody>
      </p:sp>
      <p:sp>
        <p:nvSpPr>
          <p:cNvPr id="73" name="Freeform 72"/>
          <p:cNvSpPr/>
          <p:nvPr/>
        </p:nvSpPr>
        <p:spPr>
          <a:xfrm>
            <a:off x="8969571" y="1760299"/>
            <a:ext cx="1136537" cy="236775"/>
          </a:xfrm>
          <a:custGeom>
            <a:avLst/>
            <a:gdLst/>
            <a:ahLst/>
            <a:cxnLst/>
            <a:rect l="l" t="t" r="r" b="b"/>
            <a:pathLst>
              <a:path w="1136537" h="236775">
                <a:moveTo>
                  <a:pt x="1386" y="198545"/>
                </a:moveTo>
                <a:lnTo>
                  <a:pt x="38092" y="193504"/>
                </a:lnTo>
                <a:lnTo>
                  <a:pt x="73814" y="188863"/>
                </a:lnTo>
                <a:lnTo>
                  <a:pt x="109342" y="184755"/>
                </a:lnTo>
                <a:lnTo>
                  <a:pt x="143471" y="181542"/>
                </a:lnTo>
                <a:lnTo>
                  <a:pt x="177838" y="178370"/>
                </a:lnTo>
                <a:lnTo>
                  <a:pt x="210399" y="176482"/>
                </a:lnTo>
                <a:lnTo>
                  <a:pt x="242078" y="174766"/>
                </a:lnTo>
                <a:lnTo>
                  <a:pt x="274626" y="173544"/>
                </a:lnTo>
                <a:lnTo>
                  <a:pt x="304775" y="172936"/>
                </a:lnTo>
                <a:lnTo>
                  <a:pt x="336174" y="172549"/>
                </a:lnTo>
                <a:lnTo>
                  <a:pt x="364819" y="172899"/>
                </a:lnTo>
                <a:lnTo>
                  <a:pt x="395066" y="173287"/>
                </a:lnTo>
                <a:lnTo>
                  <a:pt x="422235" y="174433"/>
                </a:lnTo>
                <a:lnTo>
                  <a:pt x="451331" y="175523"/>
                </a:lnTo>
                <a:lnTo>
                  <a:pt x="477059" y="177292"/>
                </a:lnTo>
                <a:lnTo>
                  <a:pt x="505002" y="179004"/>
                </a:lnTo>
                <a:lnTo>
                  <a:pt x="529331" y="181220"/>
                </a:lnTo>
                <a:lnTo>
                  <a:pt x="556124" y="183467"/>
                </a:lnTo>
                <a:lnTo>
                  <a:pt x="579104" y="185949"/>
                </a:lnTo>
                <a:lnTo>
                  <a:pt x="604752" y="188642"/>
                </a:lnTo>
                <a:lnTo>
                  <a:pt x="626437" y="191210"/>
                </a:lnTo>
                <a:lnTo>
                  <a:pt x="650949" y="194259"/>
                </a:lnTo>
                <a:lnTo>
                  <a:pt x="674922" y="197021"/>
                </a:lnTo>
                <a:lnTo>
                  <a:pt x="694784" y="200055"/>
                </a:lnTo>
                <a:lnTo>
                  <a:pt x="717627" y="203060"/>
                </a:lnTo>
                <a:lnTo>
                  <a:pt x="736332" y="205773"/>
                </a:lnTo>
                <a:lnTo>
                  <a:pt x="758057" y="208937"/>
                </a:lnTo>
                <a:lnTo>
                  <a:pt x="779231" y="211769"/>
                </a:lnTo>
                <a:lnTo>
                  <a:pt x="796287" y="214411"/>
                </a:lnTo>
                <a:lnTo>
                  <a:pt x="816352" y="217302"/>
                </a:lnTo>
                <a:lnTo>
                  <a:pt x="832391" y="219254"/>
                </a:lnTo>
                <a:lnTo>
                  <a:pt x="851359" y="222131"/>
                </a:lnTo>
                <a:lnTo>
                  <a:pt x="869763" y="224643"/>
                </a:lnTo>
                <a:lnTo>
                  <a:pt x="887597" y="226795"/>
                </a:lnTo>
                <a:lnTo>
                  <a:pt x="901626" y="228458"/>
                </a:lnTo>
                <a:lnTo>
                  <a:pt x="918365" y="230501"/>
                </a:lnTo>
                <a:lnTo>
                  <a:pt x="934524" y="232176"/>
                </a:lnTo>
                <a:lnTo>
                  <a:pt x="947147" y="232965"/>
                </a:lnTo>
                <a:lnTo>
                  <a:pt x="962211" y="234460"/>
                </a:lnTo>
                <a:lnTo>
                  <a:pt x="976686" y="235583"/>
                </a:lnTo>
                <a:lnTo>
                  <a:pt x="990564" y="236342"/>
                </a:lnTo>
                <a:lnTo>
                  <a:pt x="1001323" y="236133"/>
                </a:lnTo>
                <a:lnTo>
                  <a:pt x="1014096" y="236637"/>
                </a:lnTo>
                <a:lnTo>
                  <a:pt x="1026262" y="236775"/>
                </a:lnTo>
                <a:lnTo>
                  <a:pt x="1037815" y="236553"/>
                </a:lnTo>
                <a:lnTo>
                  <a:pt x="1048750" y="235980"/>
                </a:lnTo>
                <a:lnTo>
                  <a:pt x="1059061" y="235062"/>
                </a:lnTo>
                <a:lnTo>
                  <a:pt x="1066982" y="233506"/>
                </a:lnTo>
                <a:lnTo>
                  <a:pt x="1076161" y="232243"/>
                </a:lnTo>
                <a:lnTo>
                  <a:pt x="1084706" y="230632"/>
                </a:lnTo>
                <a:lnTo>
                  <a:pt x="1092614" y="228679"/>
                </a:lnTo>
                <a:lnTo>
                  <a:pt x="1099879" y="226391"/>
                </a:lnTo>
                <a:lnTo>
                  <a:pt x="1106500" y="223771"/>
                </a:lnTo>
                <a:lnTo>
                  <a:pt x="1112472" y="220826"/>
                </a:lnTo>
                <a:lnTo>
                  <a:pt x="1117792" y="217560"/>
                </a:lnTo>
                <a:lnTo>
                  <a:pt x="1122458" y="213976"/>
                </a:lnTo>
                <a:lnTo>
                  <a:pt x="1126468" y="210077"/>
                </a:lnTo>
                <a:lnTo>
                  <a:pt x="1129821" y="205866"/>
                </a:lnTo>
                <a:lnTo>
                  <a:pt x="1132515" y="201346"/>
                </a:lnTo>
                <a:lnTo>
                  <a:pt x="1134549" y="196517"/>
                </a:lnTo>
                <a:lnTo>
                  <a:pt x="1135898" y="191454"/>
                </a:lnTo>
                <a:lnTo>
                  <a:pt x="1136537" y="186230"/>
                </a:lnTo>
                <a:lnTo>
                  <a:pt x="1136465" y="180849"/>
                </a:lnTo>
                <a:lnTo>
                  <a:pt x="1135682" y="175311"/>
                </a:lnTo>
                <a:lnTo>
                  <a:pt x="1134187" y="169620"/>
                </a:lnTo>
                <a:lnTo>
                  <a:pt x="1131982" y="163779"/>
                </a:lnTo>
                <a:lnTo>
                  <a:pt x="1129064" y="157794"/>
                </a:lnTo>
                <a:lnTo>
                  <a:pt x="1125434" y="151669"/>
                </a:lnTo>
                <a:lnTo>
                  <a:pt x="1121092" y="145410"/>
                </a:lnTo>
                <a:lnTo>
                  <a:pt x="1116036" y="139024"/>
                </a:lnTo>
                <a:lnTo>
                  <a:pt x="1110267" y="132518"/>
                </a:lnTo>
                <a:lnTo>
                  <a:pt x="1103784" y="125898"/>
                </a:lnTo>
                <a:lnTo>
                  <a:pt x="1094700" y="118597"/>
                </a:lnTo>
                <a:lnTo>
                  <a:pt x="1086668" y="112066"/>
                </a:lnTo>
                <a:lnTo>
                  <a:pt x="1077926" y="105472"/>
                </a:lnTo>
                <a:lnTo>
                  <a:pt x="1068475" y="98823"/>
                </a:lnTo>
                <a:lnTo>
                  <a:pt x="1058316" y="92129"/>
                </a:lnTo>
                <a:lnTo>
                  <a:pt x="1047448" y="85399"/>
                </a:lnTo>
                <a:lnTo>
                  <a:pt x="1033256" y="78222"/>
                </a:lnTo>
                <a:lnTo>
                  <a:pt x="1020882" y="71892"/>
                </a:lnTo>
                <a:lnTo>
                  <a:pt x="1007809" y="65577"/>
                </a:lnTo>
                <a:lnTo>
                  <a:pt x="994040" y="59287"/>
                </a:lnTo>
                <a:lnTo>
                  <a:pt x="976548" y="52589"/>
                </a:lnTo>
                <a:lnTo>
                  <a:pt x="961323" y="46920"/>
                </a:lnTo>
                <a:lnTo>
                  <a:pt x="945415" y="41323"/>
                </a:lnTo>
                <a:lnTo>
                  <a:pt x="925545" y="35141"/>
                </a:lnTo>
                <a:lnTo>
                  <a:pt x="908236" y="30334"/>
                </a:lnTo>
                <a:lnTo>
                  <a:pt x="890263" y="25644"/>
                </a:lnTo>
                <a:lnTo>
                  <a:pt x="871630" y="21076"/>
                </a:lnTo>
                <a:lnTo>
                  <a:pt x="848854" y="16673"/>
                </a:lnTo>
                <a:lnTo>
                  <a:pt x="828903" y="13082"/>
                </a:lnTo>
                <a:lnTo>
                  <a:pt x="804751" y="9221"/>
                </a:lnTo>
                <a:lnTo>
                  <a:pt x="783537" y="6712"/>
                </a:lnTo>
                <a:lnTo>
                  <a:pt x="761706" y="4387"/>
                </a:lnTo>
                <a:lnTo>
                  <a:pt x="735699" y="2262"/>
                </a:lnTo>
                <a:lnTo>
                  <a:pt x="712686" y="1140"/>
                </a:lnTo>
                <a:lnTo>
                  <a:pt x="685561" y="0"/>
                </a:lnTo>
                <a:lnTo>
                  <a:pt x="661430" y="164"/>
                </a:lnTo>
                <a:lnTo>
                  <a:pt x="636732" y="556"/>
                </a:lnTo>
                <a:lnTo>
                  <a:pt x="608117" y="1696"/>
                </a:lnTo>
                <a:lnTo>
                  <a:pt x="582388" y="3464"/>
                </a:lnTo>
                <a:lnTo>
                  <a:pt x="552929" y="5944"/>
                </a:lnTo>
                <a:lnTo>
                  <a:pt x="526234" y="9154"/>
                </a:lnTo>
                <a:lnTo>
                  <a:pt x="496043" y="13100"/>
                </a:lnTo>
                <a:lnTo>
                  <a:pt x="468447" y="17811"/>
                </a:lnTo>
                <a:lnTo>
                  <a:pt x="437634" y="23336"/>
                </a:lnTo>
                <a:lnTo>
                  <a:pt x="409201" y="29604"/>
                </a:lnTo>
                <a:lnTo>
                  <a:pt x="377871" y="36812"/>
                </a:lnTo>
                <a:lnTo>
                  <a:pt x="348664" y="44691"/>
                </a:lnTo>
                <a:lnTo>
                  <a:pt x="316917" y="53681"/>
                </a:lnTo>
                <a:lnTo>
                  <a:pt x="287002" y="63227"/>
                </a:lnTo>
                <a:lnTo>
                  <a:pt x="254934" y="74093"/>
                </a:lnTo>
                <a:lnTo>
                  <a:pt x="224377" y="85365"/>
                </a:lnTo>
                <a:lnTo>
                  <a:pt x="192082" y="98205"/>
                </a:lnTo>
                <a:lnTo>
                  <a:pt x="159817" y="111626"/>
                </a:lnTo>
                <a:lnTo>
                  <a:pt x="128524" y="126182"/>
                </a:lnTo>
                <a:lnTo>
                  <a:pt x="96177" y="141732"/>
                </a:lnTo>
                <a:lnTo>
                  <a:pt x="64433" y="158209"/>
                </a:lnTo>
                <a:lnTo>
                  <a:pt x="32105" y="175997"/>
                </a:lnTo>
                <a:lnTo>
                  <a:pt x="0" y="194489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8906256" y="1956816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8970264" y="1854769"/>
            <a:ext cx="1133856" cy="102047"/>
          </a:xfrm>
          <a:custGeom>
            <a:avLst/>
            <a:gdLst/>
            <a:ahLst/>
            <a:cxnLst/>
            <a:rect l="l" t="t" r="r" b="b"/>
            <a:pathLst>
              <a:path w="1133856" h="102047">
                <a:moveTo>
                  <a:pt x="1133856" y="102047"/>
                </a:moveTo>
                <a:lnTo>
                  <a:pt x="1077163" y="82658"/>
                </a:lnTo>
                <a:lnTo>
                  <a:pt x="1020470" y="65310"/>
                </a:lnTo>
                <a:lnTo>
                  <a:pt x="963778" y="50003"/>
                </a:lnTo>
                <a:lnTo>
                  <a:pt x="907085" y="36737"/>
                </a:lnTo>
                <a:lnTo>
                  <a:pt x="850392" y="25512"/>
                </a:lnTo>
                <a:lnTo>
                  <a:pt x="793699" y="16327"/>
                </a:lnTo>
                <a:lnTo>
                  <a:pt x="737006" y="9184"/>
                </a:lnTo>
                <a:lnTo>
                  <a:pt x="680314" y="4082"/>
                </a:lnTo>
                <a:lnTo>
                  <a:pt x="623621" y="1020"/>
                </a:lnTo>
                <a:lnTo>
                  <a:pt x="566928" y="0"/>
                </a:lnTo>
                <a:lnTo>
                  <a:pt x="510235" y="1020"/>
                </a:lnTo>
                <a:lnTo>
                  <a:pt x="453542" y="4082"/>
                </a:lnTo>
                <a:lnTo>
                  <a:pt x="396850" y="9184"/>
                </a:lnTo>
                <a:lnTo>
                  <a:pt x="340157" y="16327"/>
                </a:lnTo>
                <a:lnTo>
                  <a:pt x="283464" y="25512"/>
                </a:lnTo>
                <a:lnTo>
                  <a:pt x="226771" y="36737"/>
                </a:lnTo>
                <a:lnTo>
                  <a:pt x="170078" y="50003"/>
                </a:lnTo>
                <a:lnTo>
                  <a:pt x="113386" y="65310"/>
                </a:lnTo>
                <a:lnTo>
                  <a:pt x="56693" y="82658"/>
                </a:lnTo>
                <a:lnTo>
                  <a:pt x="0" y="102047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550039" y="2928342"/>
            <a:ext cx="1134225" cy="205632"/>
          </a:xfrm>
          <a:custGeom>
            <a:avLst/>
            <a:gdLst/>
            <a:ahLst/>
            <a:cxnLst/>
            <a:rect l="l" t="t" r="r" b="b"/>
            <a:pathLst>
              <a:path w="1134225" h="205632">
                <a:moveTo>
                  <a:pt x="738" y="118721"/>
                </a:moveTo>
                <a:lnTo>
                  <a:pt x="36369" y="119701"/>
                </a:lnTo>
                <a:lnTo>
                  <a:pt x="70788" y="121126"/>
                </a:lnTo>
                <a:lnTo>
                  <a:pt x="105226" y="123339"/>
                </a:lnTo>
                <a:lnTo>
                  <a:pt x="137818" y="126549"/>
                </a:lnTo>
                <a:lnTo>
                  <a:pt x="171089" y="129966"/>
                </a:lnTo>
                <a:lnTo>
                  <a:pt x="201921" y="134772"/>
                </a:lnTo>
                <a:lnTo>
                  <a:pt x="232832" y="139510"/>
                </a:lnTo>
                <a:lnTo>
                  <a:pt x="264377" y="144682"/>
                </a:lnTo>
                <a:lnTo>
                  <a:pt x="295304" y="149646"/>
                </a:lnTo>
                <a:lnTo>
                  <a:pt x="325939" y="154428"/>
                </a:lnTo>
                <a:lnTo>
                  <a:pt x="355913" y="159020"/>
                </a:lnTo>
                <a:lnTo>
                  <a:pt x="385607" y="163418"/>
                </a:lnTo>
                <a:lnTo>
                  <a:pt x="414599" y="167631"/>
                </a:lnTo>
                <a:lnTo>
                  <a:pt x="443323" y="171640"/>
                </a:lnTo>
                <a:lnTo>
                  <a:pt x="471306" y="175459"/>
                </a:lnTo>
                <a:lnTo>
                  <a:pt x="499030" y="179066"/>
                </a:lnTo>
                <a:lnTo>
                  <a:pt x="525980" y="182471"/>
                </a:lnTo>
                <a:lnTo>
                  <a:pt x="552677" y="185659"/>
                </a:lnTo>
                <a:lnTo>
                  <a:pt x="578569" y="188627"/>
                </a:lnTo>
                <a:lnTo>
                  <a:pt x="604212" y="191379"/>
                </a:lnTo>
                <a:lnTo>
                  <a:pt x="629024" y="193884"/>
                </a:lnTo>
                <a:lnTo>
                  <a:pt x="653588" y="196183"/>
                </a:lnTo>
                <a:lnTo>
                  <a:pt x="677606" y="198211"/>
                </a:lnTo>
                <a:lnTo>
                  <a:pt x="700759" y="200030"/>
                </a:lnTo>
                <a:lnTo>
                  <a:pt x="723662" y="201584"/>
                </a:lnTo>
                <a:lnTo>
                  <a:pt x="745683" y="202889"/>
                </a:lnTo>
                <a:lnTo>
                  <a:pt x="767449" y="203958"/>
                </a:lnTo>
                <a:lnTo>
                  <a:pt x="788638" y="204749"/>
                </a:lnTo>
                <a:lnTo>
                  <a:pt x="808927" y="205311"/>
                </a:lnTo>
                <a:lnTo>
                  <a:pt x="828947" y="205613"/>
                </a:lnTo>
                <a:lnTo>
                  <a:pt x="848059" y="205632"/>
                </a:lnTo>
                <a:lnTo>
                  <a:pt x="866890" y="205446"/>
                </a:lnTo>
                <a:lnTo>
                  <a:pt x="885118" y="204990"/>
                </a:lnTo>
                <a:lnTo>
                  <a:pt x="902738" y="204269"/>
                </a:lnTo>
                <a:lnTo>
                  <a:pt x="919446" y="203326"/>
                </a:lnTo>
                <a:lnTo>
                  <a:pt x="935840" y="202140"/>
                </a:lnTo>
                <a:lnTo>
                  <a:pt x="951613" y="200703"/>
                </a:lnTo>
                <a:lnTo>
                  <a:pt x="966478" y="199030"/>
                </a:lnTo>
                <a:lnTo>
                  <a:pt x="981000" y="197157"/>
                </a:lnTo>
                <a:lnTo>
                  <a:pt x="994887" y="195052"/>
                </a:lnTo>
                <a:lnTo>
                  <a:pt x="1008134" y="192723"/>
                </a:lnTo>
                <a:lnTo>
                  <a:pt x="1020494" y="190176"/>
                </a:lnTo>
                <a:lnTo>
                  <a:pt x="1032462" y="187460"/>
                </a:lnTo>
                <a:lnTo>
                  <a:pt x="1043780" y="184541"/>
                </a:lnTo>
                <a:lnTo>
                  <a:pt x="1054444" y="181429"/>
                </a:lnTo>
                <a:lnTo>
                  <a:pt x="1064452" y="178131"/>
                </a:lnTo>
                <a:lnTo>
                  <a:pt x="1073800" y="174655"/>
                </a:lnTo>
                <a:lnTo>
                  <a:pt x="1082308" y="171026"/>
                </a:lnTo>
                <a:lnTo>
                  <a:pt x="1090340" y="167244"/>
                </a:lnTo>
                <a:lnTo>
                  <a:pt x="1097705" y="163306"/>
                </a:lnTo>
                <a:lnTo>
                  <a:pt x="1104400" y="159219"/>
                </a:lnTo>
                <a:lnTo>
                  <a:pt x="1110422" y="154989"/>
                </a:lnTo>
                <a:lnTo>
                  <a:pt x="1115771" y="150622"/>
                </a:lnTo>
                <a:lnTo>
                  <a:pt x="1120444" y="146123"/>
                </a:lnTo>
                <a:lnTo>
                  <a:pt x="1124440" y="141499"/>
                </a:lnTo>
                <a:lnTo>
                  <a:pt x="1127757" y="136752"/>
                </a:lnTo>
                <a:lnTo>
                  <a:pt x="1130395" y="131888"/>
                </a:lnTo>
                <a:lnTo>
                  <a:pt x="1132353" y="126908"/>
                </a:lnTo>
                <a:lnTo>
                  <a:pt x="1133630" y="121815"/>
                </a:lnTo>
                <a:lnTo>
                  <a:pt x="1134225" y="116610"/>
                </a:lnTo>
                <a:lnTo>
                  <a:pt x="1134135" y="111372"/>
                </a:lnTo>
                <a:lnTo>
                  <a:pt x="1133357" y="106180"/>
                </a:lnTo>
                <a:lnTo>
                  <a:pt x="1131890" y="101034"/>
                </a:lnTo>
                <a:lnTo>
                  <a:pt x="1129734" y="95937"/>
                </a:lnTo>
                <a:lnTo>
                  <a:pt x="1126891" y="90892"/>
                </a:lnTo>
                <a:lnTo>
                  <a:pt x="1123361" y="85903"/>
                </a:lnTo>
                <a:lnTo>
                  <a:pt x="1119145" y="80974"/>
                </a:lnTo>
                <a:lnTo>
                  <a:pt x="1114243" y="76111"/>
                </a:lnTo>
                <a:lnTo>
                  <a:pt x="1108657" y="71318"/>
                </a:lnTo>
                <a:lnTo>
                  <a:pt x="1102389" y="66603"/>
                </a:lnTo>
                <a:lnTo>
                  <a:pt x="1095439" y="61971"/>
                </a:lnTo>
                <a:lnTo>
                  <a:pt x="1087810" y="57431"/>
                </a:lnTo>
                <a:lnTo>
                  <a:pt x="1079313" y="52984"/>
                </a:lnTo>
                <a:lnTo>
                  <a:pt x="1070318" y="48677"/>
                </a:lnTo>
                <a:lnTo>
                  <a:pt x="1060649" y="44488"/>
                </a:lnTo>
                <a:lnTo>
                  <a:pt x="1050310" y="40424"/>
                </a:lnTo>
                <a:lnTo>
                  <a:pt x="1039302" y="36493"/>
                </a:lnTo>
                <a:lnTo>
                  <a:pt x="1027629" y="32706"/>
                </a:lnTo>
                <a:lnTo>
                  <a:pt x="1015038" y="29087"/>
                </a:lnTo>
                <a:lnTo>
                  <a:pt x="1002033" y="25650"/>
                </a:lnTo>
                <a:lnTo>
                  <a:pt x="988373" y="22383"/>
                </a:lnTo>
                <a:lnTo>
                  <a:pt x="974060" y="19293"/>
                </a:lnTo>
                <a:lnTo>
                  <a:pt x="958812" y="16405"/>
                </a:lnTo>
                <a:lnTo>
                  <a:pt x="943200" y="13743"/>
                </a:lnTo>
                <a:lnTo>
                  <a:pt x="926948" y="11282"/>
                </a:lnTo>
                <a:lnTo>
                  <a:pt x="909755" y="9021"/>
                </a:lnTo>
                <a:lnTo>
                  <a:pt x="892232" y="7037"/>
                </a:lnTo>
                <a:lnTo>
                  <a:pt x="874084" y="5274"/>
                </a:lnTo>
                <a:lnTo>
                  <a:pt x="855314" y="3737"/>
                </a:lnTo>
                <a:lnTo>
                  <a:pt x="835612" y="2477"/>
                </a:lnTo>
                <a:lnTo>
                  <a:pt x="815615" y="1466"/>
                </a:lnTo>
                <a:lnTo>
                  <a:pt x="794696" y="690"/>
                </a:lnTo>
                <a:lnTo>
                  <a:pt x="773497" y="223"/>
                </a:lnTo>
                <a:lnTo>
                  <a:pt x="751707" y="0"/>
                </a:lnTo>
                <a:lnTo>
                  <a:pt x="729016" y="46"/>
                </a:lnTo>
                <a:lnTo>
                  <a:pt x="706062" y="381"/>
                </a:lnTo>
                <a:lnTo>
                  <a:pt x="682229" y="957"/>
                </a:lnTo>
                <a:lnTo>
                  <a:pt x="658142" y="1858"/>
                </a:lnTo>
                <a:lnTo>
                  <a:pt x="633497" y="3004"/>
                </a:lnTo>
                <a:lnTo>
                  <a:pt x="608009" y="4441"/>
                </a:lnTo>
                <a:lnTo>
                  <a:pt x="582275" y="6150"/>
                </a:lnTo>
                <a:lnTo>
                  <a:pt x="555728" y="8134"/>
                </a:lnTo>
                <a:lnTo>
                  <a:pt x="528937" y="10403"/>
                </a:lnTo>
                <a:lnTo>
                  <a:pt x="501366" y="12937"/>
                </a:lnTo>
                <a:lnTo>
                  <a:pt x="473552" y="15762"/>
                </a:lnTo>
                <a:lnTo>
                  <a:pt x="444994" y="18847"/>
                </a:lnTo>
                <a:lnTo>
                  <a:pt x="416189" y="22226"/>
                </a:lnTo>
                <a:lnTo>
                  <a:pt x="386682" y="25869"/>
                </a:lnTo>
                <a:lnTo>
                  <a:pt x="356922" y="29803"/>
                </a:lnTo>
                <a:lnTo>
                  <a:pt x="326504" y="34012"/>
                </a:lnTo>
                <a:lnTo>
                  <a:pt x="295825" y="38507"/>
                </a:lnTo>
                <a:lnTo>
                  <a:pt x="264535" y="43300"/>
                </a:lnTo>
                <a:lnTo>
                  <a:pt x="232975" y="48374"/>
                </a:lnTo>
                <a:lnTo>
                  <a:pt x="199912" y="54405"/>
                </a:lnTo>
                <a:lnTo>
                  <a:pt x="165918" y="61026"/>
                </a:lnTo>
                <a:lnTo>
                  <a:pt x="133529" y="69368"/>
                </a:lnTo>
                <a:lnTo>
                  <a:pt x="99645" y="78695"/>
                </a:lnTo>
                <a:lnTo>
                  <a:pt x="66811" y="89317"/>
                </a:lnTo>
                <a:lnTo>
                  <a:pt x="33179" y="101477"/>
                </a:lnTo>
                <a:lnTo>
                  <a:pt x="0" y="114499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5486400" y="3044952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5550408" y="3022275"/>
            <a:ext cx="1133856" cy="22677"/>
          </a:xfrm>
          <a:custGeom>
            <a:avLst/>
            <a:gdLst/>
            <a:ahLst/>
            <a:cxnLst/>
            <a:rect l="l" t="t" r="r" b="b"/>
            <a:pathLst>
              <a:path w="1133856" h="22677">
                <a:moveTo>
                  <a:pt x="1133856" y="22677"/>
                </a:moveTo>
                <a:lnTo>
                  <a:pt x="1077163" y="19931"/>
                </a:lnTo>
                <a:lnTo>
                  <a:pt x="1020470" y="17362"/>
                </a:lnTo>
                <a:lnTo>
                  <a:pt x="963778" y="14970"/>
                </a:lnTo>
                <a:lnTo>
                  <a:pt x="907085" y="12756"/>
                </a:lnTo>
                <a:lnTo>
                  <a:pt x="850392" y="10718"/>
                </a:lnTo>
                <a:lnTo>
                  <a:pt x="793699" y="8858"/>
                </a:lnTo>
                <a:lnTo>
                  <a:pt x="737006" y="7175"/>
                </a:lnTo>
                <a:lnTo>
                  <a:pt x="680314" y="5669"/>
                </a:lnTo>
                <a:lnTo>
                  <a:pt x="623621" y="4340"/>
                </a:lnTo>
                <a:lnTo>
                  <a:pt x="566928" y="3189"/>
                </a:lnTo>
                <a:lnTo>
                  <a:pt x="510235" y="2214"/>
                </a:lnTo>
                <a:lnTo>
                  <a:pt x="453542" y="1417"/>
                </a:lnTo>
                <a:lnTo>
                  <a:pt x="396850" y="797"/>
                </a:lnTo>
                <a:lnTo>
                  <a:pt x="340157" y="354"/>
                </a:lnTo>
                <a:lnTo>
                  <a:pt x="283464" y="88"/>
                </a:lnTo>
                <a:lnTo>
                  <a:pt x="226771" y="0"/>
                </a:lnTo>
                <a:lnTo>
                  <a:pt x="170078" y="1417"/>
                </a:lnTo>
                <a:lnTo>
                  <a:pt x="113386" y="5669"/>
                </a:lnTo>
                <a:lnTo>
                  <a:pt x="56693" y="12756"/>
                </a:lnTo>
                <a:lnTo>
                  <a:pt x="0" y="22677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7259477" y="2903903"/>
            <a:ext cx="1135001" cy="213433"/>
          </a:xfrm>
          <a:custGeom>
            <a:avLst/>
            <a:gdLst/>
            <a:ahLst/>
            <a:cxnLst/>
            <a:rect l="l" t="t" r="r" b="b"/>
            <a:pathLst>
              <a:path w="1135001" h="213433">
                <a:moveTo>
                  <a:pt x="1718" y="143012"/>
                </a:moveTo>
                <a:lnTo>
                  <a:pt x="38972" y="134472"/>
                </a:lnTo>
                <a:lnTo>
                  <a:pt x="74070" y="127877"/>
                </a:lnTo>
                <a:lnTo>
                  <a:pt x="109636" y="123539"/>
                </a:lnTo>
                <a:lnTo>
                  <a:pt x="141447" y="122599"/>
                </a:lnTo>
                <a:lnTo>
                  <a:pt x="175364" y="122239"/>
                </a:lnTo>
                <a:lnTo>
                  <a:pt x="203914" y="126113"/>
                </a:lnTo>
                <a:lnTo>
                  <a:pt x="233216" y="129947"/>
                </a:lnTo>
                <a:lnTo>
                  <a:pt x="264748" y="135192"/>
                </a:lnTo>
                <a:lnTo>
                  <a:pt x="295404" y="140281"/>
                </a:lnTo>
                <a:lnTo>
                  <a:pt x="326006" y="145279"/>
                </a:lnTo>
                <a:lnTo>
                  <a:pt x="355646" y="150151"/>
                </a:lnTo>
                <a:lnTo>
                  <a:pt x="385291" y="154897"/>
                </a:lnTo>
                <a:lnTo>
                  <a:pt x="413897" y="159526"/>
                </a:lnTo>
                <a:lnTo>
                  <a:pt x="442560" y="164005"/>
                </a:lnTo>
                <a:lnTo>
                  <a:pt x="470113" y="168358"/>
                </a:lnTo>
                <a:lnTo>
                  <a:pt x="497769" y="172548"/>
                </a:lnTo>
                <a:lnTo>
                  <a:pt x="524255" y="176584"/>
                </a:lnTo>
                <a:lnTo>
                  <a:pt x="550881" y="180460"/>
                </a:lnTo>
                <a:lnTo>
                  <a:pt x="576284" y="184135"/>
                </a:lnTo>
                <a:lnTo>
                  <a:pt x="601859" y="187668"/>
                </a:lnTo>
                <a:lnTo>
                  <a:pt x="626166" y="190936"/>
                </a:lnTo>
                <a:lnTo>
                  <a:pt x="650670" y="194098"/>
                </a:lnTo>
                <a:lnTo>
                  <a:pt x="674637" y="196969"/>
                </a:lnTo>
                <a:lnTo>
                  <a:pt x="697284" y="199679"/>
                </a:lnTo>
                <a:lnTo>
                  <a:pt x="720149" y="202145"/>
                </a:lnTo>
                <a:lnTo>
                  <a:pt x="741673" y="204345"/>
                </a:lnTo>
                <a:lnTo>
                  <a:pt x="763420" y="206383"/>
                </a:lnTo>
                <a:lnTo>
                  <a:pt x="784602" y="208118"/>
                </a:lnTo>
                <a:lnTo>
                  <a:pt x="804424" y="209631"/>
                </a:lnTo>
                <a:lnTo>
                  <a:pt x="824461" y="210918"/>
                </a:lnTo>
                <a:lnTo>
                  <a:pt x="843137" y="211843"/>
                </a:lnTo>
                <a:lnTo>
                  <a:pt x="862015" y="212673"/>
                </a:lnTo>
                <a:lnTo>
                  <a:pt x="880303" y="213202"/>
                </a:lnTo>
                <a:lnTo>
                  <a:pt x="897996" y="213433"/>
                </a:lnTo>
                <a:lnTo>
                  <a:pt x="914347" y="213423"/>
                </a:lnTo>
                <a:lnTo>
                  <a:pt x="930847" y="213201"/>
                </a:lnTo>
                <a:lnTo>
                  <a:pt x="946739" y="212692"/>
                </a:lnTo>
                <a:lnTo>
                  <a:pt x="961325" y="211880"/>
                </a:lnTo>
                <a:lnTo>
                  <a:pt x="976002" y="210931"/>
                </a:lnTo>
                <a:lnTo>
                  <a:pt x="990058" y="209710"/>
                </a:lnTo>
                <a:lnTo>
                  <a:pt x="1003487" y="208225"/>
                </a:lnTo>
                <a:lnTo>
                  <a:pt x="1015680" y="206442"/>
                </a:lnTo>
                <a:lnTo>
                  <a:pt x="1027867" y="204546"/>
                </a:lnTo>
                <a:lnTo>
                  <a:pt x="1039415" y="202405"/>
                </a:lnTo>
                <a:lnTo>
                  <a:pt x="1050322" y="200025"/>
                </a:lnTo>
                <a:lnTo>
                  <a:pt x="1060582" y="197416"/>
                </a:lnTo>
                <a:lnTo>
                  <a:pt x="1070192" y="194584"/>
                </a:lnTo>
                <a:lnTo>
                  <a:pt x="1078713" y="191547"/>
                </a:lnTo>
                <a:lnTo>
                  <a:pt x="1087045" y="188360"/>
                </a:lnTo>
                <a:lnTo>
                  <a:pt x="1094717" y="184968"/>
                </a:lnTo>
                <a:lnTo>
                  <a:pt x="1101729" y="181378"/>
                </a:lnTo>
                <a:lnTo>
                  <a:pt x="1108076" y="177597"/>
                </a:lnTo>
                <a:lnTo>
                  <a:pt x="1113757" y="173630"/>
                </a:lnTo>
                <a:lnTo>
                  <a:pt x="1118769" y="169484"/>
                </a:lnTo>
                <a:lnTo>
                  <a:pt x="1123110" y="165162"/>
                </a:lnTo>
                <a:lnTo>
                  <a:pt x="1126780" y="160669"/>
                </a:lnTo>
                <a:lnTo>
                  <a:pt x="1129776" y="156009"/>
                </a:lnTo>
                <a:lnTo>
                  <a:pt x="1132097" y="151184"/>
                </a:lnTo>
                <a:lnTo>
                  <a:pt x="1133744" y="146197"/>
                </a:lnTo>
                <a:lnTo>
                  <a:pt x="1134715" y="141049"/>
                </a:lnTo>
                <a:lnTo>
                  <a:pt x="1135001" y="135818"/>
                </a:lnTo>
                <a:lnTo>
                  <a:pt x="1134592" y="130582"/>
                </a:lnTo>
                <a:lnTo>
                  <a:pt x="1133489" y="125343"/>
                </a:lnTo>
                <a:lnTo>
                  <a:pt x="1131692" y="120102"/>
                </a:lnTo>
                <a:lnTo>
                  <a:pt x="1129201" y="114863"/>
                </a:lnTo>
                <a:lnTo>
                  <a:pt x="1126017" y="109630"/>
                </a:lnTo>
                <a:lnTo>
                  <a:pt x="1122139" y="104407"/>
                </a:lnTo>
                <a:lnTo>
                  <a:pt x="1117570" y="99199"/>
                </a:lnTo>
                <a:lnTo>
                  <a:pt x="1112308" y="94012"/>
                </a:lnTo>
                <a:lnTo>
                  <a:pt x="1106356" y="88853"/>
                </a:lnTo>
                <a:lnTo>
                  <a:pt x="1099715" y="83728"/>
                </a:lnTo>
                <a:lnTo>
                  <a:pt x="1092385" y="78644"/>
                </a:lnTo>
                <a:lnTo>
                  <a:pt x="1083901" y="73562"/>
                </a:lnTo>
                <a:lnTo>
                  <a:pt x="1075168" y="68653"/>
                </a:lnTo>
                <a:lnTo>
                  <a:pt x="1065752" y="63815"/>
                </a:lnTo>
                <a:lnTo>
                  <a:pt x="1055654" y="59056"/>
                </a:lnTo>
                <a:lnTo>
                  <a:pt x="1044877" y="54385"/>
                </a:lnTo>
                <a:lnTo>
                  <a:pt x="1033423" y="49811"/>
                </a:lnTo>
                <a:lnTo>
                  <a:pt x="1020665" y="45346"/>
                </a:lnTo>
                <a:lnTo>
                  <a:pt x="1007842" y="41092"/>
                </a:lnTo>
                <a:lnTo>
                  <a:pt x="994350" y="36966"/>
                </a:lnTo>
                <a:lnTo>
                  <a:pt x="980193" y="32976"/>
                </a:lnTo>
                <a:lnTo>
                  <a:pt x="964665" y="29127"/>
                </a:lnTo>
                <a:lnTo>
                  <a:pt x="949172" y="25553"/>
                </a:lnTo>
                <a:lnTo>
                  <a:pt x="933027" y="22143"/>
                </a:lnTo>
                <a:lnTo>
                  <a:pt x="915478" y="18842"/>
                </a:lnTo>
                <a:lnTo>
                  <a:pt x="898028" y="15916"/>
                </a:lnTo>
                <a:lnTo>
                  <a:pt x="879939" y="13176"/>
                </a:lnTo>
                <a:lnTo>
                  <a:pt x="861215" y="10628"/>
                </a:lnTo>
                <a:lnTo>
                  <a:pt x="841078" y="8354"/>
                </a:lnTo>
                <a:lnTo>
                  <a:pt x="821098" y="6359"/>
                </a:lnTo>
                <a:lnTo>
                  <a:pt x="799712" y="4529"/>
                </a:lnTo>
                <a:lnTo>
                  <a:pt x="778506" y="3118"/>
                </a:lnTo>
                <a:lnTo>
                  <a:pt x="756697" y="1924"/>
                </a:lnTo>
                <a:lnTo>
                  <a:pt x="733508" y="978"/>
                </a:lnTo>
                <a:lnTo>
                  <a:pt x="710518" y="399"/>
                </a:lnTo>
                <a:lnTo>
                  <a:pt x="686178" y="0"/>
                </a:lnTo>
                <a:lnTo>
                  <a:pt x="662040" y="53"/>
                </a:lnTo>
                <a:lnTo>
                  <a:pt x="637335" y="331"/>
                </a:lnTo>
                <a:lnTo>
                  <a:pt x="611342" y="932"/>
                </a:lnTo>
                <a:lnTo>
                  <a:pt x="585540" y="1855"/>
                </a:lnTo>
                <a:lnTo>
                  <a:pt x="558503" y="3072"/>
                </a:lnTo>
                <a:lnTo>
                  <a:pt x="531642" y="4649"/>
                </a:lnTo>
                <a:lnTo>
                  <a:pt x="503607" y="6505"/>
                </a:lnTo>
                <a:lnTo>
                  <a:pt x="475725" y="8743"/>
                </a:lnTo>
                <a:lnTo>
                  <a:pt x="446736" y="11261"/>
                </a:lnTo>
                <a:lnTo>
                  <a:pt x="417871" y="14167"/>
                </a:lnTo>
                <a:lnTo>
                  <a:pt x="387977" y="17369"/>
                </a:lnTo>
                <a:lnTo>
                  <a:pt x="358169" y="20954"/>
                </a:lnTo>
                <a:lnTo>
                  <a:pt x="327417" y="24870"/>
                </a:lnTo>
                <a:lnTo>
                  <a:pt x="296706" y="29149"/>
                </a:lnTo>
                <a:lnTo>
                  <a:pt x="265144" y="33811"/>
                </a:lnTo>
                <a:lnTo>
                  <a:pt x="233572" y="38811"/>
                </a:lnTo>
                <a:lnTo>
                  <a:pt x="198899" y="45877"/>
                </a:lnTo>
                <a:lnTo>
                  <a:pt x="162623" y="54289"/>
                </a:lnTo>
                <a:lnTo>
                  <a:pt x="130880" y="66240"/>
                </a:lnTo>
                <a:lnTo>
                  <a:pt x="96216" y="80594"/>
                </a:lnTo>
                <a:lnTo>
                  <a:pt x="64509" y="97279"/>
                </a:lnTo>
                <a:lnTo>
                  <a:pt x="31556" y="117522"/>
                </a:lnTo>
                <a:lnTo>
                  <a:pt x="0" y="139086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7196328" y="3044952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7260336" y="2988259"/>
            <a:ext cx="1133856" cy="56693"/>
          </a:xfrm>
          <a:custGeom>
            <a:avLst/>
            <a:gdLst/>
            <a:ahLst/>
            <a:cxnLst/>
            <a:rect l="l" t="t" r="r" b="b"/>
            <a:pathLst>
              <a:path w="1133856" h="56693">
                <a:moveTo>
                  <a:pt x="1133856" y="56693"/>
                </a:moveTo>
                <a:lnTo>
                  <a:pt x="1077163" y="49828"/>
                </a:lnTo>
                <a:lnTo>
                  <a:pt x="1020470" y="43406"/>
                </a:lnTo>
                <a:lnTo>
                  <a:pt x="963778" y="37426"/>
                </a:lnTo>
                <a:lnTo>
                  <a:pt x="907085" y="31890"/>
                </a:lnTo>
                <a:lnTo>
                  <a:pt x="850392" y="26796"/>
                </a:lnTo>
                <a:lnTo>
                  <a:pt x="793699" y="22146"/>
                </a:lnTo>
                <a:lnTo>
                  <a:pt x="737006" y="17938"/>
                </a:lnTo>
                <a:lnTo>
                  <a:pt x="680314" y="14173"/>
                </a:lnTo>
                <a:lnTo>
                  <a:pt x="623621" y="10852"/>
                </a:lnTo>
                <a:lnTo>
                  <a:pt x="566928" y="7973"/>
                </a:lnTo>
                <a:lnTo>
                  <a:pt x="510235" y="5537"/>
                </a:lnTo>
                <a:lnTo>
                  <a:pt x="453542" y="3544"/>
                </a:lnTo>
                <a:lnTo>
                  <a:pt x="396850" y="1993"/>
                </a:lnTo>
                <a:lnTo>
                  <a:pt x="340157" y="886"/>
                </a:lnTo>
                <a:lnTo>
                  <a:pt x="283464" y="222"/>
                </a:lnTo>
                <a:lnTo>
                  <a:pt x="226771" y="0"/>
                </a:lnTo>
                <a:lnTo>
                  <a:pt x="170078" y="3544"/>
                </a:lnTo>
                <a:lnTo>
                  <a:pt x="113386" y="14173"/>
                </a:lnTo>
                <a:lnTo>
                  <a:pt x="56693" y="31890"/>
                </a:lnTo>
                <a:lnTo>
                  <a:pt x="0" y="56693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968938" y="2867577"/>
            <a:ext cx="1136022" cy="232525"/>
          </a:xfrm>
          <a:custGeom>
            <a:avLst/>
            <a:gdLst/>
            <a:ahLst/>
            <a:cxnLst/>
            <a:rect l="l" t="t" r="r" b="b"/>
            <a:pathLst>
              <a:path w="1136022" h="232525">
                <a:moveTo>
                  <a:pt x="2652" y="179059"/>
                </a:moveTo>
                <a:lnTo>
                  <a:pt x="41455" y="157549"/>
                </a:lnTo>
                <a:lnTo>
                  <a:pt x="77615" y="140097"/>
                </a:lnTo>
                <a:lnTo>
                  <a:pt x="114422" y="126814"/>
                </a:lnTo>
                <a:lnTo>
                  <a:pt x="145799" y="120607"/>
                </a:lnTo>
                <a:lnTo>
                  <a:pt x="180514" y="115114"/>
                </a:lnTo>
                <a:lnTo>
                  <a:pt x="206367" y="118222"/>
                </a:lnTo>
                <a:lnTo>
                  <a:pt x="233540" y="120936"/>
                </a:lnTo>
                <a:lnTo>
                  <a:pt x="265057" y="126280"/>
                </a:lnTo>
                <a:lnTo>
                  <a:pt x="295350" y="131531"/>
                </a:lnTo>
                <a:lnTo>
                  <a:pt x="325909" y="136816"/>
                </a:lnTo>
                <a:lnTo>
                  <a:pt x="355104" y="142052"/>
                </a:lnTo>
                <a:lnTo>
                  <a:pt x="384685" y="147260"/>
                </a:lnTo>
                <a:lnTo>
                  <a:pt x="412777" y="152429"/>
                </a:lnTo>
                <a:lnTo>
                  <a:pt x="441359" y="157534"/>
                </a:lnTo>
                <a:lnTo>
                  <a:pt x="468342" y="162575"/>
                </a:lnTo>
                <a:lnTo>
                  <a:pt x="495909" y="167542"/>
                </a:lnTo>
                <a:lnTo>
                  <a:pt x="521780" y="172388"/>
                </a:lnTo>
                <a:lnTo>
                  <a:pt x="548313" y="177177"/>
                </a:lnTo>
                <a:lnTo>
                  <a:pt x="573072" y="181756"/>
                </a:lnTo>
                <a:lnTo>
                  <a:pt x="598558" y="186326"/>
                </a:lnTo>
                <a:lnTo>
                  <a:pt x="622204" y="190567"/>
                </a:lnTo>
                <a:lnTo>
                  <a:pt x="646628" y="194875"/>
                </a:lnTo>
                <a:lnTo>
                  <a:pt x="670527" y="198869"/>
                </a:lnTo>
                <a:lnTo>
                  <a:pt x="692516" y="202710"/>
                </a:lnTo>
                <a:lnTo>
                  <a:pt x="715332" y="206389"/>
                </a:lnTo>
                <a:lnTo>
                  <a:pt x="736213" y="209724"/>
                </a:lnTo>
                <a:lnTo>
                  <a:pt x="757935" y="213053"/>
                </a:lnTo>
                <a:lnTo>
                  <a:pt x="779108" y="216045"/>
                </a:lnTo>
                <a:lnTo>
                  <a:pt x="798332" y="218761"/>
                </a:lnTo>
                <a:lnTo>
                  <a:pt x="818392" y="221365"/>
                </a:lnTo>
                <a:lnTo>
                  <a:pt x="836517" y="223428"/>
                </a:lnTo>
                <a:lnTo>
                  <a:pt x="855455" y="225617"/>
                </a:lnTo>
                <a:lnTo>
                  <a:pt x="873821" y="227463"/>
                </a:lnTo>
                <a:lnTo>
                  <a:pt x="891609" y="228968"/>
                </a:lnTo>
                <a:lnTo>
                  <a:pt x="907517" y="230141"/>
                </a:lnTo>
                <a:lnTo>
                  <a:pt x="924156" y="231213"/>
                </a:lnTo>
                <a:lnTo>
                  <a:pt x="940204" y="231951"/>
                </a:lnTo>
                <a:lnTo>
                  <a:pt x="954450" y="232227"/>
                </a:lnTo>
                <a:lnTo>
                  <a:pt x="969330" y="232525"/>
                </a:lnTo>
                <a:lnTo>
                  <a:pt x="983605" y="232498"/>
                </a:lnTo>
                <a:lnTo>
                  <a:pt x="997269" y="232155"/>
                </a:lnTo>
                <a:lnTo>
                  <a:pt x="1009271" y="231342"/>
                </a:lnTo>
                <a:lnTo>
                  <a:pt x="1021742" y="230562"/>
                </a:lnTo>
                <a:lnTo>
                  <a:pt x="1033590" y="229480"/>
                </a:lnTo>
                <a:lnTo>
                  <a:pt x="1044810" y="228101"/>
                </a:lnTo>
                <a:lnTo>
                  <a:pt x="1055396" y="226435"/>
                </a:lnTo>
                <a:lnTo>
                  <a:pt x="1065346" y="224489"/>
                </a:lnTo>
                <a:lnTo>
                  <a:pt x="1073905" y="222218"/>
                </a:lnTo>
                <a:lnTo>
                  <a:pt x="1082624" y="219854"/>
                </a:lnTo>
                <a:lnTo>
                  <a:pt x="1090694" y="217223"/>
                </a:lnTo>
                <a:lnTo>
                  <a:pt x="1098115" y="214330"/>
                </a:lnTo>
                <a:lnTo>
                  <a:pt x="1104881" y="211183"/>
                </a:lnTo>
                <a:lnTo>
                  <a:pt x="1110990" y="207785"/>
                </a:lnTo>
                <a:lnTo>
                  <a:pt x="1116440" y="204143"/>
                </a:lnTo>
                <a:lnTo>
                  <a:pt x="1121227" y="200261"/>
                </a:lnTo>
                <a:lnTo>
                  <a:pt x="1125352" y="196144"/>
                </a:lnTo>
                <a:lnTo>
                  <a:pt x="1128810" y="191794"/>
                </a:lnTo>
                <a:lnTo>
                  <a:pt x="1131602" y="187215"/>
                </a:lnTo>
                <a:lnTo>
                  <a:pt x="1133726" y="182408"/>
                </a:lnTo>
                <a:lnTo>
                  <a:pt x="1135182" y="177375"/>
                </a:lnTo>
                <a:lnTo>
                  <a:pt x="1135953" y="172193"/>
                </a:lnTo>
                <a:lnTo>
                  <a:pt x="1136022" y="166938"/>
                </a:lnTo>
                <a:lnTo>
                  <a:pt x="1135389" y="161612"/>
                </a:lnTo>
                <a:lnTo>
                  <a:pt x="1134054" y="156218"/>
                </a:lnTo>
                <a:lnTo>
                  <a:pt x="1132018" y="150757"/>
                </a:lnTo>
                <a:lnTo>
                  <a:pt x="1129280" y="145235"/>
                </a:lnTo>
                <a:lnTo>
                  <a:pt x="1125840" y="139656"/>
                </a:lnTo>
                <a:lnTo>
                  <a:pt x="1121699" y="134024"/>
                </a:lnTo>
                <a:lnTo>
                  <a:pt x="1116857" y="128346"/>
                </a:lnTo>
                <a:lnTo>
                  <a:pt x="1111313" y="122627"/>
                </a:lnTo>
                <a:lnTo>
                  <a:pt x="1105070" y="116876"/>
                </a:lnTo>
                <a:lnTo>
                  <a:pt x="1098126" y="111099"/>
                </a:lnTo>
                <a:lnTo>
                  <a:pt x="1089680" y="105148"/>
                </a:lnTo>
                <a:lnTo>
                  <a:pt x="1081287" y="99462"/>
                </a:lnTo>
                <a:lnTo>
                  <a:pt x="1072198" y="93784"/>
                </a:lnTo>
                <a:lnTo>
                  <a:pt x="1062414" y="88123"/>
                </a:lnTo>
                <a:lnTo>
                  <a:pt x="1051936" y="82488"/>
                </a:lnTo>
                <a:lnTo>
                  <a:pt x="1040765" y="76888"/>
                </a:lnTo>
                <a:lnTo>
                  <a:pt x="1027817" y="71247"/>
                </a:lnTo>
                <a:lnTo>
                  <a:pt x="1015229" y="65920"/>
                </a:lnTo>
                <a:lnTo>
                  <a:pt x="1001957" y="60664"/>
                </a:lnTo>
                <a:lnTo>
                  <a:pt x="988003" y="55487"/>
                </a:lnTo>
                <a:lnTo>
                  <a:pt x="972135" y="50298"/>
                </a:lnTo>
                <a:lnTo>
                  <a:pt x="956798" y="45519"/>
                </a:lnTo>
                <a:lnTo>
                  <a:pt x="940790" y="40853"/>
                </a:lnTo>
                <a:lnTo>
                  <a:pt x="922799" y="36100"/>
                </a:lnTo>
                <a:lnTo>
                  <a:pt x="905444" y="31922"/>
                </a:lnTo>
                <a:lnTo>
                  <a:pt x="887432" y="27885"/>
                </a:lnTo>
                <a:lnTo>
                  <a:pt x="868769" y="23994"/>
                </a:lnTo>
                <a:lnTo>
                  <a:pt x="848081" y="20300"/>
                </a:lnTo>
                <a:lnTo>
                  <a:pt x="828124" y="16994"/>
                </a:lnTo>
                <a:lnTo>
                  <a:pt x="806140" y="13694"/>
                </a:lnTo>
                <a:lnTo>
                  <a:pt x="784925" y="11023"/>
                </a:lnTo>
                <a:lnTo>
                  <a:pt x="763091" y="8533"/>
                </a:lnTo>
                <a:lnTo>
                  <a:pt x="739260" y="6205"/>
                </a:lnTo>
                <a:lnTo>
                  <a:pt x="716220" y="4403"/>
                </a:lnTo>
                <a:lnTo>
                  <a:pt x="691222" y="2649"/>
                </a:lnTo>
                <a:lnTo>
                  <a:pt x="667016" y="1570"/>
                </a:lnTo>
                <a:lnTo>
                  <a:pt x="642231" y="688"/>
                </a:lnTo>
                <a:lnTo>
                  <a:pt x="615577" y="126"/>
                </a:lnTo>
                <a:lnTo>
                  <a:pt x="589686" y="0"/>
                </a:lnTo>
                <a:lnTo>
                  <a:pt x="562005" y="154"/>
                </a:lnTo>
                <a:lnTo>
                  <a:pt x="535051" y="807"/>
                </a:lnTo>
                <a:lnTo>
                  <a:pt x="506402" y="1728"/>
                </a:lnTo>
                <a:lnTo>
                  <a:pt x="478429" y="3180"/>
                </a:lnTo>
                <a:lnTo>
                  <a:pt x="448871" y="4918"/>
                </a:lnTo>
                <a:lnTo>
                  <a:pt x="419925" y="7191"/>
                </a:lnTo>
                <a:lnTo>
                  <a:pt x="389518" y="9792"/>
                </a:lnTo>
                <a:lnTo>
                  <a:pt x="359645" y="12910"/>
                </a:lnTo>
                <a:lnTo>
                  <a:pt x="328448" y="16425"/>
                </a:lnTo>
                <a:lnTo>
                  <a:pt x="297694" y="20417"/>
                </a:lnTo>
                <a:lnTo>
                  <a:pt x="265769" y="24901"/>
                </a:lnTo>
                <a:lnTo>
                  <a:pt x="234181" y="29801"/>
                </a:lnTo>
                <a:lnTo>
                  <a:pt x="197380" y="38334"/>
                </a:lnTo>
                <a:lnTo>
                  <a:pt x="158407" y="49610"/>
                </a:lnTo>
                <a:lnTo>
                  <a:pt x="127462" y="66277"/>
                </a:lnTo>
                <a:lnTo>
                  <a:pt x="92364" y="87599"/>
                </a:lnTo>
                <a:lnTo>
                  <a:pt x="61898" y="112157"/>
                </a:lnTo>
                <a:lnTo>
                  <a:pt x="30008" y="143013"/>
                </a:lnTo>
                <a:lnTo>
                  <a:pt x="0" y="175691"/>
                </a:lnTo>
                <a:close/>
              </a:path>
            </a:pathLst>
          </a:custGeom>
          <a:solidFill>
            <a:srgbClr val="E8EEF5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8906256" y="3044952"/>
            <a:ext cx="1261872" cy="0"/>
          </a:xfrm>
          <a:prstGeom prst="line">
            <a:avLst/>
          </a:prstGeom>
          <a:ln w="1587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8970264" y="2942905"/>
            <a:ext cx="1133856" cy="102047"/>
          </a:xfrm>
          <a:custGeom>
            <a:avLst/>
            <a:gdLst/>
            <a:ahLst/>
            <a:cxnLst/>
            <a:rect l="l" t="t" r="r" b="b"/>
            <a:pathLst>
              <a:path w="1133856" h="102047">
                <a:moveTo>
                  <a:pt x="1133856" y="102047"/>
                </a:moveTo>
                <a:lnTo>
                  <a:pt x="1077163" y="89690"/>
                </a:lnTo>
                <a:lnTo>
                  <a:pt x="1020470" y="78130"/>
                </a:lnTo>
                <a:lnTo>
                  <a:pt x="963778" y="67367"/>
                </a:lnTo>
                <a:lnTo>
                  <a:pt x="907085" y="57401"/>
                </a:lnTo>
                <a:lnTo>
                  <a:pt x="850392" y="48233"/>
                </a:lnTo>
                <a:lnTo>
                  <a:pt x="793699" y="39862"/>
                </a:lnTo>
                <a:lnTo>
                  <a:pt x="737006" y="32288"/>
                </a:lnTo>
                <a:lnTo>
                  <a:pt x="680314" y="25512"/>
                </a:lnTo>
                <a:lnTo>
                  <a:pt x="623621" y="19532"/>
                </a:lnTo>
                <a:lnTo>
                  <a:pt x="566928" y="14350"/>
                </a:lnTo>
                <a:lnTo>
                  <a:pt x="510235" y="9965"/>
                </a:lnTo>
                <a:lnTo>
                  <a:pt x="453542" y="6378"/>
                </a:lnTo>
                <a:lnTo>
                  <a:pt x="396850" y="3588"/>
                </a:lnTo>
                <a:lnTo>
                  <a:pt x="340157" y="1594"/>
                </a:lnTo>
                <a:lnTo>
                  <a:pt x="283464" y="399"/>
                </a:lnTo>
                <a:lnTo>
                  <a:pt x="226771" y="0"/>
                </a:lnTo>
                <a:lnTo>
                  <a:pt x="170078" y="6378"/>
                </a:lnTo>
                <a:lnTo>
                  <a:pt x="113386" y="25512"/>
                </a:lnTo>
                <a:lnTo>
                  <a:pt x="56693" y="57401"/>
                </a:lnTo>
                <a:lnTo>
                  <a:pt x="0" y="102047"/>
                </a:lnTo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